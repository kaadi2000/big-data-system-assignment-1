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4" Type="http://schemas.openxmlformats.org/officeDocument/2006/relationships/image" Target="../media/image2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4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97F829-2E61-46C9-9BE8-915936B57541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D0C5B7C-6B20-4288-A43F-0BF4F76472B6}">
      <dgm:prSet/>
      <dgm:spPr/>
      <dgm:t>
        <a:bodyPr/>
        <a:lstStyle/>
        <a:p>
          <a:pPr>
            <a:defRPr b="1"/>
          </a:pPr>
          <a:r>
            <a:rPr lang="en-US"/>
            <a:t>Need for an efficient and distributed system to detect Inclusion Dependencies (INDs) in large datasets.</a:t>
          </a:r>
        </a:p>
      </dgm:t>
    </dgm:pt>
    <dgm:pt modelId="{7C821F00-9BFE-475E-844D-40B7F3911251}" type="parTrans" cxnId="{55E68BE2-1BD2-4FD3-A3FF-D9D0C454DB30}">
      <dgm:prSet/>
      <dgm:spPr/>
      <dgm:t>
        <a:bodyPr/>
        <a:lstStyle/>
        <a:p>
          <a:endParaRPr lang="en-US"/>
        </a:p>
      </dgm:t>
    </dgm:pt>
    <dgm:pt modelId="{6CFBBCFA-DA4A-49CC-94FF-201CB8A9BD12}" type="sibTrans" cxnId="{55E68BE2-1BD2-4FD3-A3FF-D9D0C454DB30}">
      <dgm:prSet/>
      <dgm:spPr/>
      <dgm:t>
        <a:bodyPr/>
        <a:lstStyle/>
        <a:p>
          <a:endParaRPr lang="en-US"/>
        </a:p>
      </dgm:t>
    </dgm:pt>
    <dgm:pt modelId="{061AA99A-7921-4416-9BB4-15BBA8384D10}">
      <dgm:prSet/>
      <dgm:spPr/>
      <dgm:t>
        <a:bodyPr/>
        <a:lstStyle/>
        <a:p>
          <a:pPr>
            <a:defRPr b="1"/>
          </a:pPr>
          <a:r>
            <a:rPr lang="en-IN"/>
            <a:t>Challenges include:</a:t>
          </a:r>
          <a:endParaRPr lang="en-US"/>
        </a:p>
      </dgm:t>
    </dgm:pt>
    <dgm:pt modelId="{A4F7B6FD-A7E9-4B03-BEE6-CF715B0308C4}" type="parTrans" cxnId="{7051ED8B-A670-49F6-A57E-6F2901BA091D}">
      <dgm:prSet/>
      <dgm:spPr/>
      <dgm:t>
        <a:bodyPr/>
        <a:lstStyle/>
        <a:p>
          <a:endParaRPr lang="en-US"/>
        </a:p>
      </dgm:t>
    </dgm:pt>
    <dgm:pt modelId="{CAE1FBAF-0AE8-4FBA-A58B-623E99B73721}" type="sibTrans" cxnId="{7051ED8B-A670-49F6-A57E-6F2901BA091D}">
      <dgm:prSet/>
      <dgm:spPr/>
      <dgm:t>
        <a:bodyPr/>
        <a:lstStyle/>
        <a:p>
          <a:endParaRPr lang="en-US"/>
        </a:p>
      </dgm:t>
    </dgm:pt>
    <dgm:pt modelId="{6AA84147-FAFD-4A85-93F8-E32F51EFB685}">
      <dgm:prSet/>
      <dgm:spPr/>
      <dgm:t>
        <a:bodyPr/>
        <a:lstStyle/>
        <a:p>
          <a:r>
            <a:rPr lang="en-US"/>
            <a:t>Splitting and managing large data.</a:t>
          </a:r>
        </a:p>
      </dgm:t>
    </dgm:pt>
    <dgm:pt modelId="{5F80BCAE-3B6D-4F29-89D1-7629D123C000}" type="parTrans" cxnId="{423D7E61-6110-4736-884A-529EA8E5C666}">
      <dgm:prSet/>
      <dgm:spPr/>
      <dgm:t>
        <a:bodyPr/>
        <a:lstStyle/>
        <a:p>
          <a:endParaRPr lang="en-US"/>
        </a:p>
      </dgm:t>
    </dgm:pt>
    <dgm:pt modelId="{996A7D2D-3472-4479-9CE7-A09635C27D02}" type="sibTrans" cxnId="{423D7E61-6110-4736-884A-529EA8E5C666}">
      <dgm:prSet/>
      <dgm:spPr/>
      <dgm:t>
        <a:bodyPr/>
        <a:lstStyle/>
        <a:p>
          <a:endParaRPr lang="en-US"/>
        </a:p>
      </dgm:t>
    </dgm:pt>
    <dgm:pt modelId="{0853639D-D1BB-4A16-84C7-CEF759AC902F}">
      <dgm:prSet/>
      <dgm:spPr/>
      <dgm:t>
        <a:bodyPr/>
        <a:lstStyle/>
        <a:p>
          <a:r>
            <a:rPr lang="en-IN"/>
            <a:t>Avoiding redundant computations.</a:t>
          </a:r>
          <a:endParaRPr lang="en-US"/>
        </a:p>
      </dgm:t>
    </dgm:pt>
    <dgm:pt modelId="{1D79A713-FBD3-4718-BA88-F4445C2EF5D3}" type="parTrans" cxnId="{B64C4803-B7FF-4578-9133-42ED941FF250}">
      <dgm:prSet/>
      <dgm:spPr/>
      <dgm:t>
        <a:bodyPr/>
        <a:lstStyle/>
        <a:p>
          <a:endParaRPr lang="en-US"/>
        </a:p>
      </dgm:t>
    </dgm:pt>
    <dgm:pt modelId="{EAF8045F-3C5A-421F-8E36-4506F9364796}" type="sibTrans" cxnId="{B64C4803-B7FF-4578-9133-42ED941FF250}">
      <dgm:prSet/>
      <dgm:spPr/>
      <dgm:t>
        <a:bodyPr/>
        <a:lstStyle/>
        <a:p>
          <a:endParaRPr lang="en-US"/>
        </a:p>
      </dgm:t>
    </dgm:pt>
    <dgm:pt modelId="{B5046B99-F94A-4288-9FAB-29D071B2FE56}">
      <dgm:prSet/>
      <dgm:spPr/>
      <dgm:t>
        <a:bodyPr/>
        <a:lstStyle/>
        <a:p>
          <a:r>
            <a:rPr lang="en-US"/>
            <a:t>Dynamic workload distribution among workers.</a:t>
          </a:r>
        </a:p>
      </dgm:t>
    </dgm:pt>
    <dgm:pt modelId="{8AF52BD8-E715-4E65-BC45-1D95EFC2C8A8}" type="parTrans" cxnId="{9715164C-C6AA-4BB6-9E65-BB01DD50A2A5}">
      <dgm:prSet/>
      <dgm:spPr/>
      <dgm:t>
        <a:bodyPr/>
        <a:lstStyle/>
        <a:p>
          <a:endParaRPr lang="en-US"/>
        </a:p>
      </dgm:t>
    </dgm:pt>
    <dgm:pt modelId="{4F9D2FEB-1AAA-4E40-B5F5-C072079D5DA4}" type="sibTrans" cxnId="{9715164C-C6AA-4BB6-9E65-BB01DD50A2A5}">
      <dgm:prSet/>
      <dgm:spPr/>
      <dgm:t>
        <a:bodyPr/>
        <a:lstStyle/>
        <a:p>
          <a:endParaRPr lang="en-US"/>
        </a:p>
      </dgm:t>
    </dgm:pt>
    <dgm:pt modelId="{316DE95D-867E-46D9-9174-1037ED47DB9B}">
      <dgm:prSet/>
      <dgm:spPr/>
      <dgm:t>
        <a:bodyPr/>
        <a:lstStyle/>
        <a:p>
          <a:r>
            <a:rPr lang="en-US"/>
            <a:t>Efficient termination handling when no tasks remain.</a:t>
          </a:r>
        </a:p>
      </dgm:t>
    </dgm:pt>
    <dgm:pt modelId="{1B9D38D3-427E-464E-ABF8-340135A51053}" type="parTrans" cxnId="{3FFD072C-33E9-46D6-B7EE-D5776DAA0AAB}">
      <dgm:prSet/>
      <dgm:spPr/>
      <dgm:t>
        <a:bodyPr/>
        <a:lstStyle/>
        <a:p>
          <a:endParaRPr lang="en-US"/>
        </a:p>
      </dgm:t>
    </dgm:pt>
    <dgm:pt modelId="{9D94212F-8C8B-42E5-9D14-C1B3261830DD}" type="sibTrans" cxnId="{3FFD072C-33E9-46D6-B7EE-D5776DAA0AAB}">
      <dgm:prSet/>
      <dgm:spPr/>
      <dgm:t>
        <a:bodyPr/>
        <a:lstStyle/>
        <a:p>
          <a:endParaRPr lang="en-US"/>
        </a:p>
      </dgm:t>
    </dgm:pt>
    <dgm:pt modelId="{B957F256-6F7C-4587-9857-3EB263170B2B}" type="pres">
      <dgm:prSet presAssocID="{F797F829-2E61-46C9-9BE8-915936B57541}" presName="root" presStyleCnt="0">
        <dgm:presLayoutVars>
          <dgm:dir/>
          <dgm:resizeHandles val="exact"/>
        </dgm:presLayoutVars>
      </dgm:prSet>
      <dgm:spPr/>
    </dgm:pt>
    <dgm:pt modelId="{BA0E9391-5659-4395-99AF-8773FFF2033A}" type="pres">
      <dgm:prSet presAssocID="{AD0C5B7C-6B20-4288-A43F-0BF4F76472B6}" presName="compNode" presStyleCnt="0"/>
      <dgm:spPr/>
    </dgm:pt>
    <dgm:pt modelId="{3864A3EB-E034-4D9E-A456-949D594E6C1B}" type="pres">
      <dgm:prSet presAssocID="{AD0C5B7C-6B20-4288-A43F-0BF4F76472B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C8E5DAD0-E93E-493D-956E-F26CBB41BCF6}" type="pres">
      <dgm:prSet presAssocID="{AD0C5B7C-6B20-4288-A43F-0BF4F76472B6}" presName="iconSpace" presStyleCnt="0"/>
      <dgm:spPr/>
    </dgm:pt>
    <dgm:pt modelId="{7652A229-8C06-4FD1-939C-44031069CF30}" type="pres">
      <dgm:prSet presAssocID="{AD0C5B7C-6B20-4288-A43F-0BF4F76472B6}" presName="parTx" presStyleLbl="revTx" presStyleIdx="0" presStyleCnt="4">
        <dgm:presLayoutVars>
          <dgm:chMax val="0"/>
          <dgm:chPref val="0"/>
        </dgm:presLayoutVars>
      </dgm:prSet>
      <dgm:spPr/>
    </dgm:pt>
    <dgm:pt modelId="{72541ABA-2FD0-4486-9AB8-26E6A6F24AA4}" type="pres">
      <dgm:prSet presAssocID="{AD0C5B7C-6B20-4288-A43F-0BF4F76472B6}" presName="txSpace" presStyleCnt="0"/>
      <dgm:spPr/>
    </dgm:pt>
    <dgm:pt modelId="{7CDD6465-61BB-44A3-99AB-C36CE8F34F3F}" type="pres">
      <dgm:prSet presAssocID="{AD0C5B7C-6B20-4288-A43F-0BF4F76472B6}" presName="desTx" presStyleLbl="revTx" presStyleIdx="1" presStyleCnt="4">
        <dgm:presLayoutVars/>
      </dgm:prSet>
      <dgm:spPr/>
    </dgm:pt>
    <dgm:pt modelId="{7396612D-FA0A-41D5-80C0-79A2F1860FA5}" type="pres">
      <dgm:prSet presAssocID="{6CFBBCFA-DA4A-49CC-94FF-201CB8A9BD12}" presName="sibTrans" presStyleCnt="0"/>
      <dgm:spPr/>
    </dgm:pt>
    <dgm:pt modelId="{726EDC19-C09E-4A27-AE64-4E638E5A660C}" type="pres">
      <dgm:prSet presAssocID="{061AA99A-7921-4416-9BB4-15BBA8384D10}" presName="compNode" presStyleCnt="0"/>
      <dgm:spPr/>
    </dgm:pt>
    <dgm:pt modelId="{196E97BB-9B4D-4F9C-B2A6-3678561188A2}" type="pres">
      <dgm:prSet presAssocID="{061AA99A-7921-4416-9BB4-15BBA8384D1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973B83A4-05BE-4322-B0B8-65DAEEB33657}" type="pres">
      <dgm:prSet presAssocID="{061AA99A-7921-4416-9BB4-15BBA8384D10}" presName="iconSpace" presStyleCnt="0"/>
      <dgm:spPr/>
    </dgm:pt>
    <dgm:pt modelId="{F6E8B79D-ECF9-49B6-A79A-1458AEAABB23}" type="pres">
      <dgm:prSet presAssocID="{061AA99A-7921-4416-9BB4-15BBA8384D10}" presName="parTx" presStyleLbl="revTx" presStyleIdx="2" presStyleCnt="4">
        <dgm:presLayoutVars>
          <dgm:chMax val="0"/>
          <dgm:chPref val="0"/>
        </dgm:presLayoutVars>
      </dgm:prSet>
      <dgm:spPr/>
    </dgm:pt>
    <dgm:pt modelId="{BD654E91-8EFF-4964-A254-2FFE5468F4C5}" type="pres">
      <dgm:prSet presAssocID="{061AA99A-7921-4416-9BB4-15BBA8384D10}" presName="txSpace" presStyleCnt="0"/>
      <dgm:spPr/>
    </dgm:pt>
    <dgm:pt modelId="{5FFBB000-B243-4375-BB33-CA8D1B54279A}" type="pres">
      <dgm:prSet presAssocID="{061AA99A-7921-4416-9BB4-15BBA8384D10}" presName="desTx" presStyleLbl="revTx" presStyleIdx="3" presStyleCnt="4">
        <dgm:presLayoutVars/>
      </dgm:prSet>
      <dgm:spPr/>
    </dgm:pt>
  </dgm:ptLst>
  <dgm:cxnLst>
    <dgm:cxn modelId="{B64C4803-B7FF-4578-9133-42ED941FF250}" srcId="{061AA99A-7921-4416-9BB4-15BBA8384D10}" destId="{0853639D-D1BB-4A16-84C7-CEF759AC902F}" srcOrd="1" destOrd="0" parTransId="{1D79A713-FBD3-4718-BA88-F4445C2EF5D3}" sibTransId="{EAF8045F-3C5A-421F-8E36-4506F9364796}"/>
    <dgm:cxn modelId="{F82C1010-447F-4938-83C4-AA6A816007A0}" type="presOf" srcId="{B5046B99-F94A-4288-9FAB-29D071B2FE56}" destId="{5FFBB000-B243-4375-BB33-CA8D1B54279A}" srcOrd="0" destOrd="2" presId="urn:microsoft.com/office/officeart/2018/2/layout/IconLabelDescriptionList"/>
    <dgm:cxn modelId="{7B127025-5F61-4402-A726-A5741D385EC5}" type="presOf" srcId="{061AA99A-7921-4416-9BB4-15BBA8384D10}" destId="{F6E8B79D-ECF9-49B6-A79A-1458AEAABB23}" srcOrd="0" destOrd="0" presId="urn:microsoft.com/office/officeart/2018/2/layout/IconLabelDescriptionList"/>
    <dgm:cxn modelId="{3FFD072C-33E9-46D6-B7EE-D5776DAA0AAB}" srcId="{061AA99A-7921-4416-9BB4-15BBA8384D10}" destId="{316DE95D-867E-46D9-9174-1037ED47DB9B}" srcOrd="3" destOrd="0" parTransId="{1B9D38D3-427E-464E-ABF8-340135A51053}" sibTransId="{9D94212F-8C8B-42E5-9D14-C1B3261830DD}"/>
    <dgm:cxn modelId="{70F04D40-EDB6-417F-AB78-AE9F8EEB16B6}" type="presOf" srcId="{6AA84147-FAFD-4A85-93F8-E32F51EFB685}" destId="{5FFBB000-B243-4375-BB33-CA8D1B54279A}" srcOrd="0" destOrd="0" presId="urn:microsoft.com/office/officeart/2018/2/layout/IconLabelDescriptionList"/>
    <dgm:cxn modelId="{423D7E61-6110-4736-884A-529EA8E5C666}" srcId="{061AA99A-7921-4416-9BB4-15BBA8384D10}" destId="{6AA84147-FAFD-4A85-93F8-E32F51EFB685}" srcOrd="0" destOrd="0" parTransId="{5F80BCAE-3B6D-4F29-89D1-7629D123C000}" sibTransId="{996A7D2D-3472-4479-9CE7-A09635C27D02}"/>
    <dgm:cxn modelId="{9715164C-C6AA-4BB6-9E65-BB01DD50A2A5}" srcId="{061AA99A-7921-4416-9BB4-15BBA8384D10}" destId="{B5046B99-F94A-4288-9FAB-29D071B2FE56}" srcOrd="2" destOrd="0" parTransId="{8AF52BD8-E715-4E65-BC45-1D95EFC2C8A8}" sibTransId="{4F9D2FEB-1AAA-4E40-B5F5-C072079D5DA4}"/>
    <dgm:cxn modelId="{B2848451-AC64-4DDB-9E52-89EA54E33F7B}" type="presOf" srcId="{F797F829-2E61-46C9-9BE8-915936B57541}" destId="{B957F256-6F7C-4587-9857-3EB263170B2B}" srcOrd="0" destOrd="0" presId="urn:microsoft.com/office/officeart/2018/2/layout/IconLabelDescriptionList"/>
    <dgm:cxn modelId="{7051ED8B-A670-49F6-A57E-6F2901BA091D}" srcId="{F797F829-2E61-46C9-9BE8-915936B57541}" destId="{061AA99A-7921-4416-9BB4-15BBA8384D10}" srcOrd="1" destOrd="0" parTransId="{A4F7B6FD-A7E9-4B03-BEE6-CF715B0308C4}" sibTransId="{CAE1FBAF-0AE8-4FBA-A58B-623E99B73721}"/>
    <dgm:cxn modelId="{0B1C1EC8-B0CA-4EC5-8E58-7357EA3BB252}" type="presOf" srcId="{0853639D-D1BB-4A16-84C7-CEF759AC902F}" destId="{5FFBB000-B243-4375-BB33-CA8D1B54279A}" srcOrd="0" destOrd="1" presId="urn:microsoft.com/office/officeart/2018/2/layout/IconLabelDescriptionList"/>
    <dgm:cxn modelId="{A89B12CF-E38E-43F4-BFA5-4B14769F1A27}" type="presOf" srcId="{AD0C5B7C-6B20-4288-A43F-0BF4F76472B6}" destId="{7652A229-8C06-4FD1-939C-44031069CF30}" srcOrd="0" destOrd="0" presId="urn:microsoft.com/office/officeart/2018/2/layout/IconLabelDescriptionList"/>
    <dgm:cxn modelId="{55E68BE2-1BD2-4FD3-A3FF-D9D0C454DB30}" srcId="{F797F829-2E61-46C9-9BE8-915936B57541}" destId="{AD0C5B7C-6B20-4288-A43F-0BF4F76472B6}" srcOrd="0" destOrd="0" parTransId="{7C821F00-9BFE-475E-844D-40B7F3911251}" sibTransId="{6CFBBCFA-DA4A-49CC-94FF-201CB8A9BD12}"/>
    <dgm:cxn modelId="{6FB060FE-8CCD-4531-B0D3-BCB395F01597}" type="presOf" srcId="{316DE95D-867E-46D9-9174-1037ED47DB9B}" destId="{5FFBB000-B243-4375-BB33-CA8D1B54279A}" srcOrd="0" destOrd="3" presId="urn:microsoft.com/office/officeart/2018/2/layout/IconLabelDescriptionList"/>
    <dgm:cxn modelId="{53FA76FD-B46A-4A78-A49F-723EFED0202E}" type="presParOf" srcId="{B957F256-6F7C-4587-9857-3EB263170B2B}" destId="{BA0E9391-5659-4395-99AF-8773FFF2033A}" srcOrd="0" destOrd="0" presId="urn:microsoft.com/office/officeart/2018/2/layout/IconLabelDescriptionList"/>
    <dgm:cxn modelId="{3AA2C189-33C3-4ABE-8D0F-A195141E0852}" type="presParOf" srcId="{BA0E9391-5659-4395-99AF-8773FFF2033A}" destId="{3864A3EB-E034-4D9E-A456-949D594E6C1B}" srcOrd="0" destOrd="0" presId="urn:microsoft.com/office/officeart/2018/2/layout/IconLabelDescriptionList"/>
    <dgm:cxn modelId="{C6F1C614-3C21-422F-9E3E-D7B6C11E36DD}" type="presParOf" srcId="{BA0E9391-5659-4395-99AF-8773FFF2033A}" destId="{C8E5DAD0-E93E-493D-956E-F26CBB41BCF6}" srcOrd="1" destOrd="0" presId="urn:microsoft.com/office/officeart/2018/2/layout/IconLabelDescriptionList"/>
    <dgm:cxn modelId="{98726592-26BF-46F5-8C48-9F277C64B919}" type="presParOf" srcId="{BA0E9391-5659-4395-99AF-8773FFF2033A}" destId="{7652A229-8C06-4FD1-939C-44031069CF30}" srcOrd="2" destOrd="0" presId="urn:microsoft.com/office/officeart/2018/2/layout/IconLabelDescriptionList"/>
    <dgm:cxn modelId="{2FF69887-EE59-43D9-871A-427E06605B31}" type="presParOf" srcId="{BA0E9391-5659-4395-99AF-8773FFF2033A}" destId="{72541ABA-2FD0-4486-9AB8-26E6A6F24AA4}" srcOrd="3" destOrd="0" presId="urn:microsoft.com/office/officeart/2018/2/layout/IconLabelDescriptionList"/>
    <dgm:cxn modelId="{E8346EBC-A9D3-4D6F-80D4-1B2F0E42ED29}" type="presParOf" srcId="{BA0E9391-5659-4395-99AF-8773FFF2033A}" destId="{7CDD6465-61BB-44A3-99AB-C36CE8F34F3F}" srcOrd="4" destOrd="0" presId="urn:microsoft.com/office/officeart/2018/2/layout/IconLabelDescriptionList"/>
    <dgm:cxn modelId="{72DBFA5C-253F-4F95-A16C-49CB9F526A77}" type="presParOf" srcId="{B957F256-6F7C-4587-9857-3EB263170B2B}" destId="{7396612D-FA0A-41D5-80C0-79A2F1860FA5}" srcOrd="1" destOrd="0" presId="urn:microsoft.com/office/officeart/2018/2/layout/IconLabelDescriptionList"/>
    <dgm:cxn modelId="{5EC5C239-51C6-44F4-93AA-E769DDBCE6BC}" type="presParOf" srcId="{B957F256-6F7C-4587-9857-3EB263170B2B}" destId="{726EDC19-C09E-4A27-AE64-4E638E5A660C}" srcOrd="2" destOrd="0" presId="urn:microsoft.com/office/officeart/2018/2/layout/IconLabelDescriptionList"/>
    <dgm:cxn modelId="{19F42E21-8BFC-4BA3-BC0B-C8DE54667450}" type="presParOf" srcId="{726EDC19-C09E-4A27-AE64-4E638E5A660C}" destId="{196E97BB-9B4D-4F9C-B2A6-3678561188A2}" srcOrd="0" destOrd="0" presId="urn:microsoft.com/office/officeart/2018/2/layout/IconLabelDescriptionList"/>
    <dgm:cxn modelId="{254E5E0F-069E-4E8F-A5A3-DDDB3C56A51A}" type="presParOf" srcId="{726EDC19-C09E-4A27-AE64-4E638E5A660C}" destId="{973B83A4-05BE-4322-B0B8-65DAEEB33657}" srcOrd="1" destOrd="0" presId="urn:microsoft.com/office/officeart/2018/2/layout/IconLabelDescriptionList"/>
    <dgm:cxn modelId="{9289762C-DA63-4B81-BC6D-8E04DEC90C90}" type="presParOf" srcId="{726EDC19-C09E-4A27-AE64-4E638E5A660C}" destId="{F6E8B79D-ECF9-49B6-A79A-1458AEAABB23}" srcOrd="2" destOrd="0" presId="urn:microsoft.com/office/officeart/2018/2/layout/IconLabelDescriptionList"/>
    <dgm:cxn modelId="{5E25C2E1-B7F9-4307-B425-DA98EB3F7009}" type="presParOf" srcId="{726EDC19-C09E-4A27-AE64-4E638E5A660C}" destId="{BD654E91-8EFF-4964-A254-2FFE5468F4C5}" srcOrd="3" destOrd="0" presId="urn:microsoft.com/office/officeart/2018/2/layout/IconLabelDescriptionList"/>
    <dgm:cxn modelId="{EE13629E-B9F1-4516-A8D5-C78C7AA1E58F}" type="presParOf" srcId="{726EDC19-C09E-4A27-AE64-4E638E5A660C}" destId="{5FFBB000-B243-4375-BB33-CA8D1B54279A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9846DDF-433A-4546-B52D-261DC843FF83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D6BC4061-BD78-4A6D-8449-7E2A0BBD7EC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/>
            <a:t>Input Reader</a:t>
          </a:r>
          <a:endParaRPr lang="en-US"/>
        </a:p>
      </dgm:t>
    </dgm:pt>
    <dgm:pt modelId="{1ACBF843-3E0F-4185-9025-E84E6CDE81EB}" type="parTrans" cxnId="{68734D0E-A085-41F7-A310-47C777CA7DC4}">
      <dgm:prSet/>
      <dgm:spPr/>
      <dgm:t>
        <a:bodyPr/>
        <a:lstStyle/>
        <a:p>
          <a:endParaRPr lang="en-US"/>
        </a:p>
      </dgm:t>
    </dgm:pt>
    <dgm:pt modelId="{50BFB307-8AC5-4F44-9D5F-647A28694424}" type="sibTrans" cxnId="{68734D0E-A085-41F7-A310-47C777CA7DC4}">
      <dgm:prSet/>
      <dgm:spPr/>
      <dgm:t>
        <a:bodyPr/>
        <a:lstStyle/>
        <a:p>
          <a:endParaRPr lang="en-US"/>
        </a:p>
      </dgm:t>
    </dgm:pt>
    <dgm:pt modelId="{9344251E-4A19-407B-BBE3-590D004EF5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Reads large datasets row by row.</a:t>
          </a:r>
        </a:p>
      </dgm:t>
    </dgm:pt>
    <dgm:pt modelId="{E565CBDD-E35E-4311-A496-27F489BCC1AE}" type="parTrans" cxnId="{1BB88C83-825F-48C0-939A-03839834234D}">
      <dgm:prSet/>
      <dgm:spPr/>
      <dgm:t>
        <a:bodyPr/>
        <a:lstStyle/>
        <a:p>
          <a:endParaRPr lang="en-US"/>
        </a:p>
      </dgm:t>
    </dgm:pt>
    <dgm:pt modelId="{A2E9C56F-018B-4206-9151-9E65999DADDD}" type="sibTrans" cxnId="{1BB88C83-825F-48C0-939A-03839834234D}">
      <dgm:prSet/>
      <dgm:spPr/>
      <dgm:t>
        <a:bodyPr/>
        <a:lstStyle/>
        <a:p>
          <a:endParaRPr lang="en-US"/>
        </a:p>
      </dgm:t>
    </dgm:pt>
    <dgm:pt modelId="{AAD83296-3DCD-481F-ADF2-C3A19D40A33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Splits the single-column data into multiple fields based on a delimiter.</a:t>
          </a:r>
        </a:p>
      </dgm:t>
    </dgm:pt>
    <dgm:pt modelId="{9DDC04C9-03AB-4811-BA5F-8A420310E65F}" type="parTrans" cxnId="{FC1F964C-38B5-4AE7-B697-BCCC4E35432D}">
      <dgm:prSet/>
      <dgm:spPr/>
      <dgm:t>
        <a:bodyPr/>
        <a:lstStyle/>
        <a:p>
          <a:endParaRPr lang="en-US"/>
        </a:p>
      </dgm:t>
    </dgm:pt>
    <dgm:pt modelId="{7B6E3131-C8FB-4137-A903-DD4C43A915AC}" type="sibTrans" cxnId="{FC1F964C-38B5-4AE7-B697-BCCC4E35432D}">
      <dgm:prSet/>
      <dgm:spPr/>
      <dgm:t>
        <a:bodyPr/>
        <a:lstStyle/>
        <a:p>
          <a:endParaRPr lang="en-US"/>
        </a:p>
      </dgm:t>
    </dgm:pt>
    <dgm:pt modelId="{38AFB306-1126-47ED-8803-8572ABC5E51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DependencyMiner:</a:t>
          </a:r>
        </a:p>
      </dgm:t>
    </dgm:pt>
    <dgm:pt modelId="{1FEEE22A-D417-46E7-87EF-8035FC7793B6}" type="parTrans" cxnId="{A2BDD221-A3AF-4565-AC51-801280FDBCF4}">
      <dgm:prSet/>
      <dgm:spPr/>
      <dgm:t>
        <a:bodyPr/>
        <a:lstStyle/>
        <a:p>
          <a:endParaRPr lang="en-US"/>
        </a:p>
      </dgm:t>
    </dgm:pt>
    <dgm:pt modelId="{DF1503C3-A831-47CE-AC00-C7144FBA0C3B}" type="sibTrans" cxnId="{A2BDD221-A3AF-4565-AC51-801280FDBCF4}">
      <dgm:prSet/>
      <dgm:spPr/>
      <dgm:t>
        <a:bodyPr/>
        <a:lstStyle/>
        <a:p>
          <a:endParaRPr lang="en-US"/>
        </a:p>
      </dgm:t>
    </dgm:pt>
    <dgm:pt modelId="{33728878-A10D-478A-BD9E-A97C9C1BCD4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Generates task candidates and validates dependencies.</a:t>
          </a:r>
        </a:p>
      </dgm:t>
    </dgm:pt>
    <dgm:pt modelId="{49E4C05B-F9D8-4823-84EE-7346EB50658B}" type="parTrans" cxnId="{45EF73E5-472B-4C96-95B8-F5C3139C9085}">
      <dgm:prSet/>
      <dgm:spPr/>
      <dgm:t>
        <a:bodyPr/>
        <a:lstStyle/>
        <a:p>
          <a:endParaRPr lang="en-US"/>
        </a:p>
      </dgm:t>
    </dgm:pt>
    <dgm:pt modelId="{66DA5335-3FAC-46FC-9C2E-8AC563D52946}" type="sibTrans" cxnId="{45EF73E5-472B-4C96-95B8-F5C3139C9085}">
      <dgm:prSet/>
      <dgm:spPr/>
      <dgm:t>
        <a:bodyPr/>
        <a:lstStyle/>
        <a:p>
          <a:endParaRPr lang="en-US"/>
        </a:p>
      </dgm:t>
    </dgm:pt>
    <dgm:pt modelId="{B04CA76B-E2C0-460B-BB39-6084A90A36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Assigns tasks to workers while avoiding duplicates.</a:t>
          </a:r>
        </a:p>
      </dgm:t>
    </dgm:pt>
    <dgm:pt modelId="{E4C57931-5C1D-47DF-889D-8BCD727B7F85}" type="parTrans" cxnId="{BF46BA06-933B-4197-AFDD-E9508B50DB80}">
      <dgm:prSet/>
      <dgm:spPr/>
      <dgm:t>
        <a:bodyPr/>
        <a:lstStyle/>
        <a:p>
          <a:endParaRPr lang="en-US"/>
        </a:p>
      </dgm:t>
    </dgm:pt>
    <dgm:pt modelId="{566624C3-262C-439B-8201-714CE28CB32F}" type="sibTrans" cxnId="{BF46BA06-933B-4197-AFDD-E9508B50DB80}">
      <dgm:prSet/>
      <dgm:spPr/>
      <dgm:t>
        <a:bodyPr/>
        <a:lstStyle/>
        <a:p>
          <a:endParaRPr lang="en-US"/>
        </a:p>
      </dgm:t>
    </dgm:pt>
    <dgm:pt modelId="{93B12704-EB85-49E8-9933-3D60ED3206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Handles task and worker termination gracefully.</a:t>
          </a:r>
        </a:p>
      </dgm:t>
    </dgm:pt>
    <dgm:pt modelId="{898CB8C5-E804-4C59-9FDF-9946BC220603}" type="parTrans" cxnId="{0A9FC617-61B5-4056-B116-3A06DAAA9BD2}">
      <dgm:prSet/>
      <dgm:spPr/>
      <dgm:t>
        <a:bodyPr/>
        <a:lstStyle/>
        <a:p>
          <a:endParaRPr lang="en-US"/>
        </a:p>
      </dgm:t>
    </dgm:pt>
    <dgm:pt modelId="{AC0617C5-D5AE-4ACF-B680-DE04371DFE7F}" type="sibTrans" cxnId="{0A9FC617-61B5-4056-B116-3A06DAAA9BD2}">
      <dgm:prSet/>
      <dgm:spPr/>
      <dgm:t>
        <a:bodyPr/>
        <a:lstStyle/>
        <a:p>
          <a:endParaRPr lang="en-US"/>
        </a:p>
      </dgm:t>
    </dgm:pt>
    <dgm:pt modelId="{EC1FE6C7-1C3A-465F-AC0E-D9B4623C13F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/>
            <a:t>Dependency Worker:</a:t>
          </a:r>
          <a:endParaRPr lang="en-US"/>
        </a:p>
      </dgm:t>
    </dgm:pt>
    <dgm:pt modelId="{8DB28BAA-BAB6-4BFF-AE64-D7E5308B95D6}" type="parTrans" cxnId="{A982F663-2900-435E-A8B7-3A7D63AAD43D}">
      <dgm:prSet/>
      <dgm:spPr/>
      <dgm:t>
        <a:bodyPr/>
        <a:lstStyle/>
        <a:p>
          <a:endParaRPr lang="en-US"/>
        </a:p>
      </dgm:t>
    </dgm:pt>
    <dgm:pt modelId="{11C3E609-A587-4F76-B812-291DF87B2F58}" type="sibTrans" cxnId="{A982F663-2900-435E-A8B7-3A7D63AAD43D}">
      <dgm:prSet/>
      <dgm:spPr/>
      <dgm:t>
        <a:bodyPr/>
        <a:lstStyle/>
        <a:p>
          <a:endParaRPr lang="en-US"/>
        </a:p>
      </dgm:t>
    </dgm:pt>
    <dgm:pt modelId="{E8C3C327-A9BF-4E47-8661-DA7BBCB672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Processes assigned tasks.</a:t>
          </a:r>
        </a:p>
      </dgm:t>
    </dgm:pt>
    <dgm:pt modelId="{97DAD422-F877-4885-8C85-2D8265A7CD45}" type="parTrans" cxnId="{2DE2C57F-8F51-4B7E-878B-EB9243BC34FB}">
      <dgm:prSet/>
      <dgm:spPr/>
      <dgm:t>
        <a:bodyPr/>
        <a:lstStyle/>
        <a:p>
          <a:endParaRPr lang="en-US"/>
        </a:p>
      </dgm:t>
    </dgm:pt>
    <dgm:pt modelId="{8AD9576C-B5DE-4A64-BA85-AC957540AF32}" type="sibTrans" cxnId="{2DE2C57F-8F51-4B7E-878B-EB9243BC34FB}">
      <dgm:prSet/>
      <dgm:spPr/>
      <dgm:t>
        <a:bodyPr/>
        <a:lstStyle/>
        <a:p>
          <a:endParaRPr lang="en-US"/>
        </a:p>
      </dgm:t>
    </dgm:pt>
    <dgm:pt modelId="{F9156759-2BD6-4DAB-84D1-6E6E21A7C7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Skips tasks if dependencies are already validated.</a:t>
          </a:r>
        </a:p>
      </dgm:t>
    </dgm:pt>
    <dgm:pt modelId="{46B9FAA7-70A4-4A6C-A689-4A32A979E66D}" type="parTrans" cxnId="{3A8A9FB0-8D9A-4301-AAAC-9011F1E958D5}">
      <dgm:prSet/>
      <dgm:spPr/>
      <dgm:t>
        <a:bodyPr/>
        <a:lstStyle/>
        <a:p>
          <a:endParaRPr lang="en-US"/>
        </a:p>
      </dgm:t>
    </dgm:pt>
    <dgm:pt modelId="{A5DD3835-4BA4-42F2-B433-D2D1DECCAAB7}" type="sibTrans" cxnId="{3A8A9FB0-8D9A-4301-AAAC-9011F1E958D5}">
      <dgm:prSet/>
      <dgm:spPr/>
      <dgm:t>
        <a:bodyPr/>
        <a:lstStyle/>
        <a:p>
          <a:endParaRPr lang="en-US"/>
        </a:p>
      </dgm:t>
    </dgm:pt>
    <dgm:pt modelId="{A097A804-89FE-47CF-B689-ABC620C0D5A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/>
            <a:t>Result Collector:</a:t>
          </a:r>
          <a:endParaRPr lang="en-US"/>
        </a:p>
      </dgm:t>
    </dgm:pt>
    <dgm:pt modelId="{58DCAB83-B30E-4F58-86C1-FE352C3572EF}" type="parTrans" cxnId="{8220DFDE-324E-4F08-B4C5-9F92DD9E362F}">
      <dgm:prSet/>
      <dgm:spPr/>
      <dgm:t>
        <a:bodyPr/>
        <a:lstStyle/>
        <a:p>
          <a:endParaRPr lang="en-US"/>
        </a:p>
      </dgm:t>
    </dgm:pt>
    <dgm:pt modelId="{AD79BFA6-78A9-4D71-932A-22F2CCBC3A9A}" type="sibTrans" cxnId="{8220DFDE-324E-4F08-B4C5-9F92DD9E362F}">
      <dgm:prSet/>
      <dgm:spPr/>
      <dgm:t>
        <a:bodyPr/>
        <a:lstStyle/>
        <a:p>
          <a:endParaRPr lang="en-US"/>
        </a:p>
      </dgm:t>
    </dgm:pt>
    <dgm:pt modelId="{6EE9EE09-13E5-4961-AFEC-6B38D84530E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Collects validated INDs and stores them in the output file.</a:t>
          </a:r>
        </a:p>
      </dgm:t>
    </dgm:pt>
    <dgm:pt modelId="{449A4140-395E-406C-9378-7C6718D2E868}" type="parTrans" cxnId="{0B7B3F1A-F8B0-4C64-AEC9-0B71CF60C0EB}">
      <dgm:prSet/>
      <dgm:spPr/>
      <dgm:t>
        <a:bodyPr/>
        <a:lstStyle/>
        <a:p>
          <a:endParaRPr lang="en-US"/>
        </a:p>
      </dgm:t>
    </dgm:pt>
    <dgm:pt modelId="{DA67887D-F7E8-4D04-98BD-196ECC5A9C85}" type="sibTrans" cxnId="{0B7B3F1A-F8B0-4C64-AEC9-0B71CF60C0EB}">
      <dgm:prSet/>
      <dgm:spPr/>
      <dgm:t>
        <a:bodyPr/>
        <a:lstStyle/>
        <a:p>
          <a:endParaRPr lang="en-US"/>
        </a:p>
      </dgm:t>
    </dgm:pt>
    <dgm:pt modelId="{F9AEF443-AA6F-44FC-B5D0-6B2B779E4EB1}" type="pres">
      <dgm:prSet presAssocID="{89846DDF-433A-4546-B52D-261DC843FF83}" presName="root" presStyleCnt="0">
        <dgm:presLayoutVars>
          <dgm:dir/>
          <dgm:resizeHandles val="exact"/>
        </dgm:presLayoutVars>
      </dgm:prSet>
      <dgm:spPr/>
    </dgm:pt>
    <dgm:pt modelId="{09E0FF0A-1182-4916-ACD2-157E42FA9A07}" type="pres">
      <dgm:prSet presAssocID="{D6BC4061-BD78-4A6D-8449-7E2A0BBD7EC0}" presName="compNode" presStyleCnt="0"/>
      <dgm:spPr/>
    </dgm:pt>
    <dgm:pt modelId="{F2C7B3F4-B305-4727-A93D-57D30D2F19E8}" type="pres">
      <dgm:prSet presAssocID="{D6BC4061-BD78-4A6D-8449-7E2A0BBD7EC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F44B7505-51D2-478B-8AAB-426C72E10BA9}" type="pres">
      <dgm:prSet presAssocID="{D6BC4061-BD78-4A6D-8449-7E2A0BBD7EC0}" presName="iconSpace" presStyleCnt="0"/>
      <dgm:spPr/>
    </dgm:pt>
    <dgm:pt modelId="{48B29AC6-534A-4D14-B636-3C5883A589AE}" type="pres">
      <dgm:prSet presAssocID="{D6BC4061-BD78-4A6D-8449-7E2A0BBD7EC0}" presName="parTx" presStyleLbl="revTx" presStyleIdx="0" presStyleCnt="8">
        <dgm:presLayoutVars>
          <dgm:chMax val="0"/>
          <dgm:chPref val="0"/>
        </dgm:presLayoutVars>
      </dgm:prSet>
      <dgm:spPr/>
    </dgm:pt>
    <dgm:pt modelId="{926B50AA-B13F-4B57-BB0D-BD9D95D5CFE2}" type="pres">
      <dgm:prSet presAssocID="{D6BC4061-BD78-4A6D-8449-7E2A0BBD7EC0}" presName="txSpace" presStyleCnt="0"/>
      <dgm:spPr/>
    </dgm:pt>
    <dgm:pt modelId="{58C1E929-44E8-4607-986F-717AFCD43061}" type="pres">
      <dgm:prSet presAssocID="{D6BC4061-BD78-4A6D-8449-7E2A0BBD7EC0}" presName="desTx" presStyleLbl="revTx" presStyleIdx="1" presStyleCnt="8">
        <dgm:presLayoutVars/>
      </dgm:prSet>
      <dgm:spPr/>
    </dgm:pt>
    <dgm:pt modelId="{FF287CB6-F319-4974-ABAC-7912EED8F57C}" type="pres">
      <dgm:prSet presAssocID="{50BFB307-8AC5-4F44-9D5F-647A28694424}" presName="sibTrans" presStyleCnt="0"/>
      <dgm:spPr/>
    </dgm:pt>
    <dgm:pt modelId="{86283280-66A8-4A6E-BB9B-150BF3D69B4A}" type="pres">
      <dgm:prSet presAssocID="{38AFB306-1126-47ED-8803-8572ABC5E512}" presName="compNode" presStyleCnt="0"/>
      <dgm:spPr/>
    </dgm:pt>
    <dgm:pt modelId="{D553AAD7-14F5-4887-AED6-292E8EAC6BF3}" type="pres">
      <dgm:prSet presAssocID="{38AFB306-1126-47ED-8803-8572ABC5E51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D4C7841A-CA0A-4C50-AAC0-36619DD2DB90}" type="pres">
      <dgm:prSet presAssocID="{38AFB306-1126-47ED-8803-8572ABC5E512}" presName="iconSpace" presStyleCnt="0"/>
      <dgm:spPr/>
    </dgm:pt>
    <dgm:pt modelId="{9FBE0E91-3D77-46D6-A569-297A9B9F51DD}" type="pres">
      <dgm:prSet presAssocID="{38AFB306-1126-47ED-8803-8572ABC5E512}" presName="parTx" presStyleLbl="revTx" presStyleIdx="2" presStyleCnt="8">
        <dgm:presLayoutVars>
          <dgm:chMax val="0"/>
          <dgm:chPref val="0"/>
        </dgm:presLayoutVars>
      </dgm:prSet>
      <dgm:spPr/>
    </dgm:pt>
    <dgm:pt modelId="{6B6638E1-1ACC-4DF8-8195-E6E1FCA73B83}" type="pres">
      <dgm:prSet presAssocID="{38AFB306-1126-47ED-8803-8572ABC5E512}" presName="txSpace" presStyleCnt="0"/>
      <dgm:spPr/>
    </dgm:pt>
    <dgm:pt modelId="{3526C2E9-5A18-4241-84DE-2854E6745AA1}" type="pres">
      <dgm:prSet presAssocID="{38AFB306-1126-47ED-8803-8572ABC5E512}" presName="desTx" presStyleLbl="revTx" presStyleIdx="3" presStyleCnt="8">
        <dgm:presLayoutVars/>
      </dgm:prSet>
      <dgm:spPr/>
    </dgm:pt>
    <dgm:pt modelId="{3F705C56-5955-4442-ACB5-C81A2367E5A1}" type="pres">
      <dgm:prSet presAssocID="{DF1503C3-A831-47CE-AC00-C7144FBA0C3B}" presName="sibTrans" presStyleCnt="0"/>
      <dgm:spPr/>
    </dgm:pt>
    <dgm:pt modelId="{26F16D9B-3CB0-437A-B4E4-5A66BFFE0866}" type="pres">
      <dgm:prSet presAssocID="{EC1FE6C7-1C3A-465F-AC0E-D9B4623C13FA}" presName="compNode" presStyleCnt="0"/>
      <dgm:spPr/>
    </dgm:pt>
    <dgm:pt modelId="{685879E5-F3A8-4878-9F6D-3F0A3A0BB993}" type="pres">
      <dgm:prSet presAssocID="{EC1FE6C7-1C3A-465F-AC0E-D9B4623C13F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238BD730-7506-4794-88A6-7CBAAA21DB97}" type="pres">
      <dgm:prSet presAssocID="{EC1FE6C7-1C3A-465F-AC0E-D9B4623C13FA}" presName="iconSpace" presStyleCnt="0"/>
      <dgm:spPr/>
    </dgm:pt>
    <dgm:pt modelId="{C3E02AF9-F15C-41BF-8228-CBCE494322F1}" type="pres">
      <dgm:prSet presAssocID="{EC1FE6C7-1C3A-465F-AC0E-D9B4623C13FA}" presName="parTx" presStyleLbl="revTx" presStyleIdx="4" presStyleCnt="8">
        <dgm:presLayoutVars>
          <dgm:chMax val="0"/>
          <dgm:chPref val="0"/>
        </dgm:presLayoutVars>
      </dgm:prSet>
      <dgm:spPr/>
    </dgm:pt>
    <dgm:pt modelId="{392F9C56-A44D-4243-93E4-069F3D6027B8}" type="pres">
      <dgm:prSet presAssocID="{EC1FE6C7-1C3A-465F-AC0E-D9B4623C13FA}" presName="txSpace" presStyleCnt="0"/>
      <dgm:spPr/>
    </dgm:pt>
    <dgm:pt modelId="{A71AB83C-EB53-4271-935A-C1E6020390AA}" type="pres">
      <dgm:prSet presAssocID="{EC1FE6C7-1C3A-465F-AC0E-D9B4623C13FA}" presName="desTx" presStyleLbl="revTx" presStyleIdx="5" presStyleCnt="8">
        <dgm:presLayoutVars/>
      </dgm:prSet>
      <dgm:spPr/>
    </dgm:pt>
    <dgm:pt modelId="{5D41CEC7-1BFF-4EC6-96A5-FEC325123452}" type="pres">
      <dgm:prSet presAssocID="{11C3E609-A587-4F76-B812-291DF87B2F58}" presName="sibTrans" presStyleCnt="0"/>
      <dgm:spPr/>
    </dgm:pt>
    <dgm:pt modelId="{E5369635-446B-40DC-BFEF-E85BE3FA0865}" type="pres">
      <dgm:prSet presAssocID="{A097A804-89FE-47CF-B689-ABC620C0D5A9}" presName="compNode" presStyleCnt="0"/>
      <dgm:spPr/>
    </dgm:pt>
    <dgm:pt modelId="{2D1B6112-58AA-4F7D-BF93-10262FEBE0AE}" type="pres">
      <dgm:prSet presAssocID="{A097A804-89FE-47CF-B689-ABC620C0D5A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833595A8-CE43-46FF-A633-7DB9E3374487}" type="pres">
      <dgm:prSet presAssocID="{A097A804-89FE-47CF-B689-ABC620C0D5A9}" presName="iconSpace" presStyleCnt="0"/>
      <dgm:spPr/>
    </dgm:pt>
    <dgm:pt modelId="{81C72CBC-DBBA-4023-84B1-1DEEFD301ADA}" type="pres">
      <dgm:prSet presAssocID="{A097A804-89FE-47CF-B689-ABC620C0D5A9}" presName="parTx" presStyleLbl="revTx" presStyleIdx="6" presStyleCnt="8">
        <dgm:presLayoutVars>
          <dgm:chMax val="0"/>
          <dgm:chPref val="0"/>
        </dgm:presLayoutVars>
      </dgm:prSet>
      <dgm:spPr/>
    </dgm:pt>
    <dgm:pt modelId="{CC344CB4-6821-4E15-A8D6-FE755BC22A25}" type="pres">
      <dgm:prSet presAssocID="{A097A804-89FE-47CF-B689-ABC620C0D5A9}" presName="txSpace" presStyleCnt="0"/>
      <dgm:spPr/>
    </dgm:pt>
    <dgm:pt modelId="{94A137C9-3A03-400B-8A78-63E56D0E3A8A}" type="pres">
      <dgm:prSet presAssocID="{A097A804-89FE-47CF-B689-ABC620C0D5A9}" presName="desTx" presStyleLbl="revTx" presStyleIdx="7" presStyleCnt="8">
        <dgm:presLayoutVars/>
      </dgm:prSet>
      <dgm:spPr/>
    </dgm:pt>
  </dgm:ptLst>
  <dgm:cxnLst>
    <dgm:cxn modelId="{F1FED102-3609-4D44-891E-8741C035B77E}" type="presOf" srcId="{6EE9EE09-13E5-4961-AFEC-6B38D84530E7}" destId="{94A137C9-3A03-400B-8A78-63E56D0E3A8A}" srcOrd="0" destOrd="0" presId="urn:microsoft.com/office/officeart/2018/2/layout/IconLabelDescriptionList"/>
    <dgm:cxn modelId="{BF46BA06-933B-4197-AFDD-E9508B50DB80}" srcId="{38AFB306-1126-47ED-8803-8572ABC5E512}" destId="{B04CA76B-E2C0-460B-BB39-6084A90A3660}" srcOrd="1" destOrd="0" parTransId="{E4C57931-5C1D-47DF-889D-8BCD727B7F85}" sibTransId="{566624C3-262C-439B-8201-714CE28CB32F}"/>
    <dgm:cxn modelId="{68734D0E-A085-41F7-A310-47C777CA7DC4}" srcId="{89846DDF-433A-4546-B52D-261DC843FF83}" destId="{D6BC4061-BD78-4A6D-8449-7E2A0BBD7EC0}" srcOrd="0" destOrd="0" parTransId="{1ACBF843-3E0F-4185-9025-E84E6CDE81EB}" sibTransId="{50BFB307-8AC5-4F44-9D5F-647A28694424}"/>
    <dgm:cxn modelId="{0A9FC617-61B5-4056-B116-3A06DAAA9BD2}" srcId="{38AFB306-1126-47ED-8803-8572ABC5E512}" destId="{93B12704-EB85-49E8-9933-3D60ED3206BC}" srcOrd="2" destOrd="0" parTransId="{898CB8C5-E804-4C59-9FDF-9946BC220603}" sibTransId="{AC0617C5-D5AE-4ACF-B680-DE04371DFE7F}"/>
    <dgm:cxn modelId="{7BD02119-4CD6-48B5-B72F-5A19EA98923D}" type="presOf" srcId="{89846DDF-433A-4546-B52D-261DC843FF83}" destId="{F9AEF443-AA6F-44FC-B5D0-6B2B779E4EB1}" srcOrd="0" destOrd="0" presId="urn:microsoft.com/office/officeart/2018/2/layout/IconLabelDescriptionList"/>
    <dgm:cxn modelId="{0B7B3F1A-F8B0-4C64-AEC9-0B71CF60C0EB}" srcId="{A097A804-89FE-47CF-B689-ABC620C0D5A9}" destId="{6EE9EE09-13E5-4961-AFEC-6B38D84530E7}" srcOrd="0" destOrd="0" parTransId="{449A4140-395E-406C-9378-7C6718D2E868}" sibTransId="{DA67887D-F7E8-4D04-98BD-196ECC5A9C85}"/>
    <dgm:cxn modelId="{A2BDD221-A3AF-4565-AC51-801280FDBCF4}" srcId="{89846DDF-433A-4546-B52D-261DC843FF83}" destId="{38AFB306-1126-47ED-8803-8572ABC5E512}" srcOrd="1" destOrd="0" parTransId="{1FEEE22A-D417-46E7-87EF-8035FC7793B6}" sibTransId="{DF1503C3-A831-47CE-AC00-C7144FBA0C3B}"/>
    <dgm:cxn modelId="{D993FE22-590C-4191-8BE1-4FD00BB17D7A}" type="presOf" srcId="{9344251E-4A19-407B-BBE3-590D004EF5AF}" destId="{58C1E929-44E8-4607-986F-717AFCD43061}" srcOrd="0" destOrd="0" presId="urn:microsoft.com/office/officeart/2018/2/layout/IconLabelDescriptionList"/>
    <dgm:cxn modelId="{53B3B037-DFA1-4DF7-ABAF-02AF8B47CE08}" type="presOf" srcId="{38AFB306-1126-47ED-8803-8572ABC5E512}" destId="{9FBE0E91-3D77-46D6-A569-297A9B9F51DD}" srcOrd="0" destOrd="0" presId="urn:microsoft.com/office/officeart/2018/2/layout/IconLabelDescriptionList"/>
    <dgm:cxn modelId="{5761A439-14B8-43F9-8D37-DFF27F04F1E9}" type="presOf" srcId="{A097A804-89FE-47CF-B689-ABC620C0D5A9}" destId="{81C72CBC-DBBA-4023-84B1-1DEEFD301ADA}" srcOrd="0" destOrd="0" presId="urn:microsoft.com/office/officeart/2018/2/layout/IconLabelDescriptionList"/>
    <dgm:cxn modelId="{A982F663-2900-435E-A8B7-3A7D63AAD43D}" srcId="{89846DDF-433A-4546-B52D-261DC843FF83}" destId="{EC1FE6C7-1C3A-465F-AC0E-D9B4623C13FA}" srcOrd="2" destOrd="0" parTransId="{8DB28BAA-BAB6-4BFF-AE64-D7E5308B95D6}" sibTransId="{11C3E609-A587-4F76-B812-291DF87B2F58}"/>
    <dgm:cxn modelId="{FC1F964C-38B5-4AE7-B697-BCCC4E35432D}" srcId="{D6BC4061-BD78-4A6D-8449-7E2A0BBD7EC0}" destId="{AAD83296-3DCD-481F-ADF2-C3A19D40A33A}" srcOrd="1" destOrd="0" parTransId="{9DDC04C9-03AB-4811-BA5F-8A420310E65F}" sibTransId="{7B6E3131-C8FB-4137-A903-DD4C43A915AC}"/>
    <dgm:cxn modelId="{40A9596F-F5CE-4D62-957C-7F301B1D8C60}" type="presOf" srcId="{D6BC4061-BD78-4A6D-8449-7E2A0BBD7EC0}" destId="{48B29AC6-534A-4D14-B636-3C5883A589AE}" srcOrd="0" destOrd="0" presId="urn:microsoft.com/office/officeart/2018/2/layout/IconLabelDescriptionList"/>
    <dgm:cxn modelId="{2DE2C57F-8F51-4B7E-878B-EB9243BC34FB}" srcId="{EC1FE6C7-1C3A-465F-AC0E-D9B4623C13FA}" destId="{E8C3C327-A9BF-4E47-8661-DA7BBCB6729F}" srcOrd="0" destOrd="0" parTransId="{97DAD422-F877-4885-8C85-2D8265A7CD45}" sibTransId="{8AD9576C-B5DE-4A64-BA85-AC957540AF32}"/>
    <dgm:cxn modelId="{1BB88C83-825F-48C0-939A-03839834234D}" srcId="{D6BC4061-BD78-4A6D-8449-7E2A0BBD7EC0}" destId="{9344251E-4A19-407B-BBE3-590D004EF5AF}" srcOrd="0" destOrd="0" parTransId="{E565CBDD-E35E-4311-A496-27F489BCC1AE}" sibTransId="{A2E9C56F-018B-4206-9151-9E65999DADDD}"/>
    <dgm:cxn modelId="{D77F1490-F928-4FC5-89BE-0FAFA1EE9119}" type="presOf" srcId="{E8C3C327-A9BF-4E47-8661-DA7BBCB6729F}" destId="{A71AB83C-EB53-4271-935A-C1E6020390AA}" srcOrd="0" destOrd="0" presId="urn:microsoft.com/office/officeart/2018/2/layout/IconLabelDescriptionList"/>
    <dgm:cxn modelId="{0D34329A-1CF4-44BF-B0F6-CB7088A30B83}" type="presOf" srcId="{AAD83296-3DCD-481F-ADF2-C3A19D40A33A}" destId="{58C1E929-44E8-4607-986F-717AFCD43061}" srcOrd="0" destOrd="1" presId="urn:microsoft.com/office/officeart/2018/2/layout/IconLabelDescriptionList"/>
    <dgm:cxn modelId="{3A8A9FB0-8D9A-4301-AAAC-9011F1E958D5}" srcId="{EC1FE6C7-1C3A-465F-AC0E-D9B4623C13FA}" destId="{F9156759-2BD6-4DAB-84D1-6E6E21A7C742}" srcOrd="1" destOrd="0" parTransId="{46B9FAA7-70A4-4A6C-A689-4A32A979E66D}" sibTransId="{A5DD3835-4BA4-42F2-B433-D2D1DECCAAB7}"/>
    <dgm:cxn modelId="{AA4BCDB6-2E75-404F-AB82-94E2C1212BBA}" type="presOf" srcId="{B04CA76B-E2C0-460B-BB39-6084A90A3660}" destId="{3526C2E9-5A18-4241-84DE-2854E6745AA1}" srcOrd="0" destOrd="1" presId="urn:microsoft.com/office/officeart/2018/2/layout/IconLabelDescriptionList"/>
    <dgm:cxn modelId="{03C25CDA-DA99-4035-AB1E-57326823D297}" type="presOf" srcId="{33728878-A10D-478A-BD9E-A97C9C1BCD40}" destId="{3526C2E9-5A18-4241-84DE-2854E6745AA1}" srcOrd="0" destOrd="0" presId="urn:microsoft.com/office/officeart/2018/2/layout/IconLabelDescriptionList"/>
    <dgm:cxn modelId="{63EE11DE-EF2B-471A-A188-7BAF96FF1F73}" type="presOf" srcId="{93B12704-EB85-49E8-9933-3D60ED3206BC}" destId="{3526C2E9-5A18-4241-84DE-2854E6745AA1}" srcOrd="0" destOrd="2" presId="urn:microsoft.com/office/officeart/2018/2/layout/IconLabelDescriptionList"/>
    <dgm:cxn modelId="{C5366FDE-470F-4644-BA7D-A990068D9BE0}" type="presOf" srcId="{EC1FE6C7-1C3A-465F-AC0E-D9B4623C13FA}" destId="{C3E02AF9-F15C-41BF-8228-CBCE494322F1}" srcOrd="0" destOrd="0" presId="urn:microsoft.com/office/officeart/2018/2/layout/IconLabelDescriptionList"/>
    <dgm:cxn modelId="{8220DFDE-324E-4F08-B4C5-9F92DD9E362F}" srcId="{89846DDF-433A-4546-B52D-261DC843FF83}" destId="{A097A804-89FE-47CF-B689-ABC620C0D5A9}" srcOrd="3" destOrd="0" parTransId="{58DCAB83-B30E-4F58-86C1-FE352C3572EF}" sibTransId="{AD79BFA6-78A9-4D71-932A-22F2CCBC3A9A}"/>
    <dgm:cxn modelId="{45EF73E5-472B-4C96-95B8-F5C3139C9085}" srcId="{38AFB306-1126-47ED-8803-8572ABC5E512}" destId="{33728878-A10D-478A-BD9E-A97C9C1BCD40}" srcOrd="0" destOrd="0" parTransId="{49E4C05B-F9D8-4823-84EE-7346EB50658B}" sibTransId="{66DA5335-3FAC-46FC-9C2E-8AC563D52946}"/>
    <dgm:cxn modelId="{BE3010EE-2A83-42F3-8B6B-065B96B0C10E}" type="presOf" srcId="{F9156759-2BD6-4DAB-84D1-6E6E21A7C742}" destId="{A71AB83C-EB53-4271-935A-C1E6020390AA}" srcOrd="0" destOrd="1" presId="urn:microsoft.com/office/officeart/2018/2/layout/IconLabelDescriptionList"/>
    <dgm:cxn modelId="{78EF6DC1-DEBA-4E50-B540-7491C9F1A1B7}" type="presParOf" srcId="{F9AEF443-AA6F-44FC-B5D0-6B2B779E4EB1}" destId="{09E0FF0A-1182-4916-ACD2-157E42FA9A07}" srcOrd="0" destOrd="0" presId="urn:microsoft.com/office/officeart/2018/2/layout/IconLabelDescriptionList"/>
    <dgm:cxn modelId="{5CFB1A38-B511-4C3A-B030-6D69CD23BD74}" type="presParOf" srcId="{09E0FF0A-1182-4916-ACD2-157E42FA9A07}" destId="{F2C7B3F4-B305-4727-A93D-57D30D2F19E8}" srcOrd="0" destOrd="0" presId="urn:microsoft.com/office/officeart/2018/2/layout/IconLabelDescriptionList"/>
    <dgm:cxn modelId="{E5CFF053-00A8-40E0-8C03-E88259CA7FE7}" type="presParOf" srcId="{09E0FF0A-1182-4916-ACD2-157E42FA9A07}" destId="{F44B7505-51D2-478B-8AAB-426C72E10BA9}" srcOrd="1" destOrd="0" presId="urn:microsoft.com/office/officeart/2018/2/layout/IconLabelDescriptionList"/>
    <dgm:cxn modelId="{CE294489-6447-4DBA-8EA8-1278D150F85E}" type="presParOf" srcId="{09E0FF0A-1182-4916-ACD2-157E42FA9A07}" destId="{48B29AC6-534A-4D14-B636-3C5883A589AE}" srcOrd="2" destOrd="0" presId="urn:microsoft.com/office/officeart/2018/2/layout/IconLabelDescriptionList"/>
    <dgm:cxn modelId="{415E4342-AD92-452E-A0E6-4EB2F3ED516C}" type="presParOf" srcId="{09E0FF0A-1182-4916-ACD2-157E42FA9A07}" destId="{926B50AA-B13F-4B57-BB0D-BD9D95D5CFE2}" srcOrd="3" destOrd="0" presId="urn:microsoft.com/office/officeart/2018/2/layout/IconLabelDescriptionList"/>
    <dgm:cxn modelId="{8A4485FF-336E-4143-A564-E20E3833DFD5}" type="presParOf" srcId="{09E0FF0A-1182-4916-ACD2-157E42FA9A07}" destId="{58C1E929-44E8-4607-986F-717AFCD43061}" srcOrd="4" destOrd="0" presId="urn:microsoft.com/office/officeart/2018/2/layout/IconLabelDescriptionList"/>
    <dgm:cxn modelId="{1840BD29-DA3D-44CA-A630-F148601BA709}" type="presParOf" srcId="{F9AEF443-AA6F-44FC-B5D0-6B2B779E4EB1}" destId="{FF287CB6-F319-4974-ABAC-7912EED8F57C}" srcOrd="1" destOrd="0" presId="urn:microsoft.com/office/officeart/2018/2/layout/IconLabelDescriptionList"/>
    <dgm:cxn modelId="{67989C8B-CB1E-423D-BCFB-EB8D6E9833CA}" type="presParOf" srcId="{F9AEF443-AA6F-44FC-B5D0-6B2B779E4EB1}" destId="{86283280-66A8-4A6E-BB9B-150BF3D69B4A}" srcOrd="2" destOrd="0" presId="urn:microsoft.com/office/officeart/2018/2/layout/IconLabelDescriptionList"/>
    <dgm:cxn modelId="{BF1682D0-9FC3-498C-920F-F8D77C35B081}" type="presParOf" srcId="{86283280-66A8-4A6E-BB9B-150BF3D69B4A}" destId="{D553AAD7-14F5-4887-AED6-292E8EAC6BF3}" srcOrd="0" destOrd="0" presId="urn:microsoft.com/office/officeart/2018/2/layout/IconLabelDescriptionList"/>
    <dgm:cxn modelId="{5F27E111-5890-4B6C-801D-01674CD921E5}" type="presParOf" srcId="{86283280-66A8-4A6E-BB9B-150BF3D69B4A}" destId="{D4C7841A-CA0A-4C50-AAC0-36619DD2DB90}" srcOrd="1" destOrd="0" presId="urn:microsoft.com/office/officeart/2018/2/layout/IconLabelDescriptionList"/>
    <dgm:cxn modelId="{F194B915-A0B6-47E1-A688-3C73CAA5E52C}" type="presParOf" srcId="{86283280-66A8-4A6E-BB9B-150BF3D69B4A}" destId="{9FBE0E91-3D77-46D6-A569-297A9B9F51DD}" srcOrd="2" destOrd="0" presId="urn:microsoft.com/office/officeart/2018/2/layout/IconLabelDescriptionList"/>
    <dgm:cxn modelId="{ECAAA67B-2531-42B8-9E27-89FB12D78B0B}" type="presParOf" srcId="{86283280-66A8-4A6E-BB9B-150BF3D69B4A}" destId="{6B6638E1-1ACC-4DF8-8195-E6E1FCA73B83}" srcOrd="3" destOrd="0" presId="urn:microsoft.com/office/officeart/2018/2/layout/IconLabelDescriptionList"/>
    <dgm:cxn modelId="{B7EDC307-40D2-4E93-B102-EB549D41FCFF}" type="presParOf" srcId="{86283280-66A8-4A6E-BB9B-150BF3D69B4A}" destId="{3526C2E9-5A18-4241-84DE-2854E6745AA1}" srcOrd="4" destOrd="0" presId="urn:microsoft.com/office/officeart/2018/2/layout/IconLabelDescriptionList"/>
    <dgm:cxn modelId="{56144A67-E437-4691-A7A7-65DBF9F2DD57}" type="presParOf" srcId="{F9AEF443-AA6F-44FC-B5D0-6B2B779E4EB1}" destId="{3F705C56-5955-4442-ACB5-C81A2367E5A1}" srcOrd="3" destOrd="0" presId="urn:microsoft.com/office/officeart/2018/2/layout/IconLabelDescriptionList"/>
    <dgm:cxn modelId="{82AA31E9-9A34-4F3F-81D8-5E464BD512B7}" type="presParOf" srcId="{F9AEF443-AA6F-44FC-B5D0-6B2B779E4EB1}" destId="{26F16D9B-3CB0-437A-B4E4-5A66BFFE0866}" srcOrd="4" destOrd="0" presId="urn:microsoft.com/office/officeart/2018/2/layout/IconLabelDescriptionList"/>
    <dgm:cxn modelId="{5C487213-8B96-4890-9772-E770D740A2B7}" type="presParOf" srcId="{26F16D9B-3CB0-437A-B4E4-5A66BFFE0866}" destId="{685879E5-F3A8-4878-9F6D-3F0A3A0BB993}" srcOrd="0" destOrd="0" presId="urn:microsoft.com/office/officeart/2018/2/layout/IconLabelDescriptionList"/>
    <dgm:cxn modelId="{15C47F16-0673-4CF7-AF09-10DCAB67C3F4}" type="presParOf" srcId="{26F16D9B-3CB0-437A-B4E4-5A66BFFE0866}" destId="{238BD730-7506-4794-88A6-7CBAAA21DB97}" srcOrd="1" destOrd="0" presId="urn:microsoft.com/office/officeart/2018/2/layout/IconLabelDescriptionList"/>
    <dgm:cxn modelId="{DC2C683A-0347-4959-A737-09FA1F79BA83}" type="presParOf" srcId="{26F16D9B-3CB0-437A-B4E4-5A66BFFE0866}" destId="{C3E02AF9-F15C-41BF-8228-CBCE494322F1}" srcOrd="2" destOrd="0" presId="urn:microsoft.com/office/officeart/2018/2/layout/IconLabelDescriptionList"/>
    <dgm:cxn modelId="{C7372B48-95B0-4623-8A97-A1EBE924AC1B}" type="presParOf" srcId="{26F16D9B-3CB0-437A-B4E4-5A66BFFE0866}" destId="{392F9C56-A44D-4243-93E4-069F3D6027B8}" srcOrd="3" destOrd="0" presId="urn:microsoft.com/office/officeart/2018/2/layout/IconLabelDescriptionList"/>
    <dgm:cxn modelId="{830FFA55-75D7-4308-870E-022EE07BFB2C}" type="presParOf" srcId="{26F16D9B-3CB0-437A-B4E4-5A66BFFE0866}" destId="{A71AB83C-EB53-4271-935A-C1E6020390AA}" srcOrd="4" destOrd="0" presId="urn:microsoft.com/office/officeart/2018/2/layout/IconLabelDescriptionList"/>
    <dgm:cxn modelId="{4CCE17CD-9ED5-4209-BBB6-EF94AB8314A7}" type="presParOf" srcId="{F9AEF443-AA6F-44FC-B5D0-6B2B779E4EB1}" destId="{5D41CEC7-1BFF-4EC6-96A5-FEC325123452}" srcOrd="5" destOrd="0" presId="urn:microsoft.com/office/officeart/2018/2/layout/IconLabelDescriptionList"/>
    <dgm:cxn modelId="{207EC3A4-7CB4-4A59-809A-DAF5344CA1CE}" type="presParOf" srcId="{F9AEF443-AA6F-44FC-B5D0-6B2B779E4EB1}" destId="{E5369635-446B-40DC-BFEF-E85BE3FA0865}" srcOrd="6" destOrd="0" presId="urn:microsoft.com/office/officeart/2018/2/layout/IconLabelDescriptionList"/>
    <dgm:cxn modelId="{3A3CF2A6-838A-45BB-AABE-A67C15524EB6}" type="presParOf" srcId="{E5369635-446B-40DC-BFEF-E85BE3FA0865}" destId="{2D1B6112-58AA-4F7D-BF93-10262FEBE0AE}" srcOrd="0" destOrd="0" presId="urn:microsoft.com/office/officeart/2018/2/layout/IconLabelDescriptionList"/>
    <dgm:cxn modelId="{7396D3F1-C42C-4BFF-8298-C4C832B34604}" type="presParOf" srcId="{E5369635-446B-40DC-BFEF-E85BE3FA0865}" destId="{833595A8-CE43-46FF-A633-7DB9E3374487}" srcOrd="1" destOrd="0" presId="urn:microsoft.com/office/officeart/2018/2/layout/IconLabelDescriptionList"/>
    <dgm:cxn modelId="{11AE3869-48E6-452C-9993-CACC31C280AB}" type="presParOf" srcId="{E5369635-446B-40DC-BFEF-E85BE3FA0865}" destId="{81C72CBC-DBBA-4023-84B1-1DEEFD301ADA}" srcOrd="2" destOrd="0" presId="urn:microsoft.com/office/officeart/2018/2/layout/IconLabelDescriptionList"/>
    <dgm:cxn modelId="{95629E31-01A7-429D-97DF-6156EA945E13}" type="presParOf" srcId="{E5369635-446B-40DC-BFEF-E85BE3FA0865}" destId="{CC344CB4-6821-4E15-A8D6-FE755BC22A25}" srcOrd="3" destOrd="0" presId="urn:microsoft.com/office/officeart/2018/2/layout/IconLabelDescriptionList"/>
    <dgm:cxn modelId="{CBD0AE8F-B6AE-455A-A49E-DDBD926F4F4D}" type="presParOf" srcId="{E5369635-446B-40DC-BFEF-E85BE3FA0865}" destId="{94A137C9-3A03-400B-8A78-63E56D0E3A8A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D087C24-7A74-4126-83CF-FF3FBEC415D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6357394-C940-48F9-BF31-B95BD36A3B30}">
      <dgm:prSet/>
      <dgm:spPr/>
      <dgm:t>
        <a:bodyPr/>
        <a:lstStyle/>
        <a:p>
          <a:pPr>
            <a:defRPr cap="all"/>
          </a:pPr>
          <a:r>
            <a:rPr lang="en-US"/>
            <a:t>Avoidance of redundant tasks by tracking validated column pairs.</a:t>
          </a:r>
        </a:p>
      </dgm:t>
    </dgm:pt>
    <dgm:pt modelId="{50411050-F9E9-4283-994B-5AE755A704D3}" type="parTrans" cxnId="{D607FFDB-50BD-430E-B682-AD348022673D}">
      <dgm:prSet/>
      <dgm:spPr/>
      <dgm:t>
        <a:bodyPr/>
        <a:lstStyle/>
        <a:p>
          <a:endParaRPr lang="en-US"/>
        </a:p>
      </dgm:t>
    </dgm:pt>
    <dgm:pt modelId="{6407CD6F-2479-488C-8993-87EA0D5C447E}" type="sibTrans" cxnId="{D607FFDB-50BD-430E-B682-AD348022673D}">
      <dgm:prSet/>
      <dgm:spPr/>
      <dgm:t>
        <a:bodyPr/>
        <a:lstStyle/>
        <a:p>
          <a:endParaRPr lang="en-US"/>
        </a:p>
      </dgm:t>
    </dgm:pt>
    <dgm:pt modelId="{5FDC5F27-E701-470E-A956-F4A4B866CF00}">
      <dgm:prSet/>
      <dgm:spPr/>
      <dgm:t>
        <a:bodyPr/>
        <a:lstStyle/>
        <a:p>
          <a:pPr>
            <a:defRPr cap="all"/>
          </a:pPr>
          <a:r>
            <a:rPr lang="en-US"/>
            <a:t>Dynamic batch size adjustment for performance optimization.</a:t>
          </a:r>
        </a:p>
      </dgm:t>
    </dgm:pt>
    <dgm:pt modelId="{883270D3-A1FE-430B-8D65-8BBE314AEE5C}" type="parTrans" cxnId="{C62C6F5D-50A8-4977-BE43-8A30FECEFA08}">
      <dgm:prSet/>
      <dgm:spPr/>
      <dgm:t>
        <a:bodyPr/>
        <a:lstStyle/>
        <a:p>
          <a:endParaRPr lang="en-US"/>
        </a:p>
      </dgm:t>
    </dgm:pt>
    <dgm:pt modelId="{2FADFA87-DC64-4082-9854-26B045525CF9}" type="sibTrans" cxnId="{C62C6F5D-50A8-4977-BE43-8A30FECEFA08}">
      <dgm:prSet/>
      <dgm:spPr/>
      <dgm:t>
        <a:bodyPr/>
        <a:lstStyle/>
        <a:p>
          <a:endParaRPr lang="en-US"/>
        </a:p>
      </dgm:t>
    </dgm:pt>
    <dgm:pt modelId="{C2CEB71F-705C-4434-BA10-C1B644F27D0B}">
      <dgm:prSet/>
      <dgm:spPr/>
      <dgm:t>
        <a:bodyPr/>
        <a:lstStyle/>
        <a:p>
          <a:pPr>
            <a:defRPr cap="all"/>
          </a:pPr>
          <a:r>
            <a:rPr lang="en-US"/>
            <a:t>Graceful termination of idle workers and master.</a:t>
          </a:r>
        </a:p>
      </dgm:t>
    </dgm:pt>
    <dgm:pt modelId="{D276869B-0252-4F0D-AC01-309EDA5ED891}" type="parTrans" cxnId="{C0C83201-BD81-4068-AC67-549381AE13F9}">
      <dgm:prSet/>
      <dgm:spPr/>
      <dgm:t>
        <a:bodyPr/>
        <a:lstStyle/>
        <a:p>
          <a:endParaRPr lang="en-US"/>
        </a:p>
      </dgm:t>
    </dgm:pt>
    <dgm:pt modelId="{4E8DD2F3-467B-421A-9CE1-F6106B7C7E28}" type="sibTrans" cxnId="{C0C83201-BD81-4068-AC67-549381AE13F9}">
      <dgm:prSet/>
      <dgm:spPr/>
      <dgm:t>
        <a:bodyPr/>
        <a:lstStyle/>
        <a:p>
          <a:endParaRPr lang="en-US"/>
        </a:p>
      </dgm:t>
    </dgm:pt>
    <dgm:pt modelId="{A4F7F875-8762-46AA-B2BD-A9B94119C440}">
      <dgm:prSet/>
      <dgm:spPr/>
      <dgm:t>
        <a:bodyPr/>
        <a:lstStyle/>
        <a:p>
          <a:pPr>
            <a:defRPr cap="all"/>
          </a:pPr>
          <a:r>
            <a:rPr lang="en-US"/>
            <a:t>Scalable architecture for distributed systems.</a:t>
          </a:r>
        </a:p>
      </dgm:t>
    </dgm:pt>
    <dgm:pt modelId="{63FE3EF1-8A95-4278-8110-1C5DF2929666}" type="parTrans" cxnId="{3040287F-6CDF-46DE-AF75-9CEAC12AC115}">
      <dgm:prSet/>
      <dgm:spPr/>
      <dgm:t>
        <a:bodyPr/>
        <a:lstStyle/>
        <a:p>
          <a:endParaRPr lang="en-US"/>
        </a:p>
      </dgm:t>
    </dgm:pt>
    <dgm:pt modelId="{46D8E07D-C9E9-4699-BA55-E72A6A30897D}" type="sibTrans" cxnId="{3040287F-6CDF-46DE-AF75-9CEAC12AC115}">
      <dgm:prSet/>
      <dgm:spPr/>
      <dgm:t>
        <a:bodyPr/>
        <a:lstStyle/>
        <a:p>
          <a:endParaRPr lang="en-US"/>
        </a:p>
      </dgm:t>
    </dgm:pt>
    <dgm:pt modelId="{180DA02D-C781-4F0B-9259-072837E37291}" type="pres">
      <dgm:prSet presAssocID="{CD087C24-7A74-4126-83CF-FF3FBEC415D2}" presName="root" presStyleCnt="0">
        <dgm:presLayoutVars>
          <dgm:dir/>
          <dgm:resizeHandles val="exact"/>
        </dgm:presLayoutVars>
      </dgm:prSet>
      <dgm:spPr/>
    </dgm:pt>
    <dgm:pt modelId="{F2E7A90F-842E-4164-8915-124547159886}" type="pres">
      <dgm:prSet presAssocID="{66357394-C940-48F9-BF31-B95BD36A3B30}" presName="compNode" presStyleCnt="0"/>
      <dgm:spPr/>
    </dgm:pt>
    <dgm:pt modelId="{E1BBE94D-4D6B-403B-B63A-5BDCF931BC3A}" type="pres">
      <dgm:prSet presAssocID="{66357394-C940-48F9-BF31-B95BD36A3B30}" presName="iconBgRect" presStyleLbl="bgShp" presStyleIdx="0" presStyleCnt="4"/>
      <dgm:spPr/>
    </dgm:pt>
    <dgm:pt modelId="{04FE0C1B-B132-417E-800C-B5D2BC198E21}" type="pres">
      <dgm:prSet presAssocID="{66357394-C940-48F9-BF31-B95BD36A3B3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F5259F8A-37DC-400D-88B2-A1C01CD32FAD}" type="pres">
      <dgm:prSet presAssocID="{66357394-C940-48F9-BF31-B95BD36A3B30}" presName="spaceRect" presStyleCnt="0"/>
      <dgm:spPr/>
    </dgm:pt>
    <dgm:pt modelId="{7878C639-A2AF-4636-9933-3AFE7A69421C}" type="pres">
      <dgm:prSet presAssocID="{66357394-C940-48F9-BF31-B95BD36A3B30}" presName="textRect" presStyleLbl="revTx" presStyleIdx="0" presStyleCnt="4">
        <dgm:presLayoutVars>
          <dgm:chMax val="1"/>
          <dgm:chPref val="1"/>
        </dgm:presLayoutVars>
      </dgm:prSet>
      <dgm:spPr/>
    </dgm:pt>
    <dgm:pt modelId="{C00E400E-ACC5-4B7B-BFCD-86497FECC437}" type="pres">
      <dgm:prSet presAssocID="{6407CD6F-2479-488C-8993-87EA0D5C447E}" presName="sibTrans" presStyleCnt="0"/>
      <dgm:spPr/>
    </dgm:pt>
    <dgm:pt modelId="{EC6F3BFC-72CA-4B8C-A61A-485607D7A91A}" type="pres">
      <dgm:prSet presAssocID="{5FDC5F27-E701-470E-A956-F4A4B866CF00}" presName="compNode" presStyleCnt="0"/>
      <dgm:spPr/>
    </dgm:pt>
    <dgm:pt modelId="{12E5F950-D8CE-42A0-9776-A0CD1DCD1ADD}" type="pres">
      <dgm:prSet presAssocID="{5FDC5F27-E701-470E-A956-F4A4B866CF00}" presName="iconBgRect" presStyleLbl="bgShp" presStyleIdx="1" presStyleCnt="4"/>
      <dgm:spPr/>
    </dgm:pt>
    <dgm:pt modelId="{5A143505-4C7E-4950-8281-F30650750F3F}" type="pres">
      <dgm:prSet presAssocID="{5FDC5F27-E701-470E-A956-F4A4B866CF0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99DF9BFD-F77C-4632-AF20-E2D1898C0D43}" type="pres">
      <dgm:prSet presAssocID="{5FDC5F27-E701-470E-A956-F4A4B866CF00}" presName="spaceRect" presStyleCnt="0"/>
      <dgm:spPr/>
    </dgm:pt>
    <dgm:pt modelId="{300D21C8-6EA9-4CD3-9BB4-FFAF2A0C06DA}" type="pres">
      <dgm:prSet presAssocID="{5FDC5F27-E701-470E-A956-F4A4B866CF00}" presName="textRect" presStyleLbl="revTx" presStyleIdx="1" presStyleCnt="4">
        <dgm:presLayoutVars>
          <dgm:chMax val="1"/>
          <dgm:chPref val="1"/>
        </dgm:presLayoutVars>
      </dgm:prSet>
      <dgm:spPr/>
    </dgm:pt>
    <dgm:pt modelId="{150EF770-D867-47FA-956A-2962C890C1AD}" type="pres">
      <dgm:prSet presAssocID="{2FADFA87-DC64-4082-9854-26B045525CF9}" presName="sibTrans" presStyleCnt="0"/>
      <dgm:spPr/>
    </dgm:pt>
    <dgm:pt modelId="{2830D35A-4253-4D0E-BAA1-EE57478532B0}" type="pres">
      <dgm:prSet presAssocID="{C2CEB71F-705C-4434-BA10-C1B644F27D0B}" presName="compNode" presStyleCnt="0"/>
      <dgm:spPr/>
    </dgm:pt>
    <dgm:pt modelId="{AF3EF061-7461-43EE-B849-0C5503CEDBF3}" type="pres">
      <dgm:prSet presAssocID="{C2CEB71F-705C-4434-BA10-C1B644F27D0B}" presName="iconBgRect" presStyleLbl="bgShp" presStyleIdx="2" presStyleCnt="4"/>
      <dgm:spPr/>
    </dgm:pt>
    <dgm:pt modelId="{F9FA03A1-962A-4417-8661-CF0126A4527A}" type="pres">
      <dgm:prSet presAssocID="{C2CEB71F-705C-4434-BA10-C1B644F27D0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vron Arrows"/>
        </a:ext>
      </dgm:extLst>
    </dgm:pt>
    <dgm:pt modelId="{79DBA621-7F26-475E-BAD3-A7C080239426}" type="pres">
      <dgm:prSet presAssocID="{C2CEB71F-705C-4434-BA10-C1B644F27D0B}" presName="spaceRect" presStyleCnt="0"/>
      <dgm:spPr/>
    </dgm:pt>
    <dgm:pt modelId="{2557137D-88FB-4E15-AD64-6D3B05025B54}" type="pres">
      <dgm:prSet presAssocID="{C2CEB71F-705C-4434-BA10-C1B644F27D0B}" presName="textRect" presStyleLbl="revTx" presStyleIdx="2" presStyleCnt="4">
        <dgm:presLayoutVars>
          <dgm:chMax val="1"/>
          <dgm:chPref val="1"/>
        </dgm:presLayoutVars>
      </dgm:prSet>
      <dgm:spPr/>
    </dgm:pt>
    <dgm:pt modelId="{2E43C78F-C869-413B-A929-27FB4379EF63}" type="pres">
      <dgm:prSet presAssocID="{4E8DD2F3-467B-421A-9CE1-F6106B7C7E28}" presName="sibTrans" presStyleCnt="0"/>
      <dgm:spPr/>
    </dgm:pt>
    <dgm:pt modelId="{33666A85-5D41-4726-99E7-012FFF40AD2E}" type="pres">
      <dgm:prSet presAssocID="{A4F7F875-8762-46AA-B2BD-A9B94119C440}" presName="compNode" presStyleCnt="0"/>
      <dgm:spPr/>
    </dgm:pt>
    <dgm:pt modelId="{7F327180-6DD5-4987-8327-4A2227F8BF47}" type="pres">
      <dgm:prSet presAssocID="{A4F7F875-8762-46AA-B2BD-A9B94119C440}" presName="iconBgRect" presStyleLbl="bgShp" presStyleIdx="3" presStyleCnt="4"/>
      <dgm:spPr/>
    </dgm:pt>
    <dgm:pt modelId="{B306EDAD-3E06-424E-A682-03BB3F427151}" type="pres">
      <dgm:prSet presAssocID="{A4F7F875-8762-46AA-B2BD-A9B94119C44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6EAFF398-2C31-4EDB-AB70-64B9BCFAC0A0}" type="pres">
      <dgm:prSet presAssocID="{A4F7F875-8762-46AA-B2BD-A9B94119C440}" presName="spaceRect" presStyleCnt="0"/>
      <dgm:spPr/>
    </dgm:pt>
    <dgm:pt modelId="{54E83B0F-DDA0-4B7E-A37B-69F66B943F44}" type="pres">
      <dgm:prSet presAssocID="{A4F7F875-8762-46AA-B2BD-A9B94119C44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0C83201-BD81-4068-AC67-549381AE13F9}" srcId="{CD087C24-7A74-4126-83CF-FF3FBEC415D2}" destId="{C2CEB71F-705C-4434-BA10-C1B644F27D0B}" srcOrd="2" destOrd="0" parTransId="{D276869B-0252-4F0D-AC01-309EDA5ED891}" sibTransId="{4E8DD2F3-467B-421A-9CE1-F6106B7C7E28}"/>
    <dgm:cxn modelId="{AC98E822-4511-4276-B227-0FFFDC4621CF}" type="presOf" srcId="{5FDC5F27-E701-470E-A956-F4A4B866CF00}" destId="{300D21C8-6EA9-4CD3-9BB4-FFAF2A0C06DA}" srcOrd="0" destOrd="0" presId="urn:microsoft.com/office/officeart/2018/5/layout/IconCircleLabelList"/>
    <dgm:cxn modelId="{C62C6F5D-50A8-4977-BE43-8A30FECEFA08}" srcId="{CD087C24-7A74-4126-83CF-FF3FBEC415D2}" destId="{5FDC5F27-E701-470E-A956-F4A4B866CF00}" srcOrd="1" destOrd="0" parTransId="{883270D3-A1FE-430B-8D65-8BBE314AEE5C}" sibTransId="{2FADFA87-DC64-4082-9854-26B045525CF9}"/>
    <dgm:cxn modelId="{D7C7366E-E6AB-4CEA-A843-894ADA8FA1BF}" type="presOf" srcId="{A4F7F875-8762-46AA-B2BD-A9B94119C440}" destId="{54E83B0F-DDA0-4B7E-A37B-69F66B943F44}" srcOrd="0" destOrd="0" presId="urn:microsoft.com/office/officeart/2018/5/layout/IconCircleLabelList"/>
    <dgm:cxn modelId="{3040287F-6CDF-46DE-AF75-9CEAC12AC115}" srcId="{CD087C24-7A74-4126-83CF-FF3FBEC415D2}" destId="{A4F7F875-8762-46AA-B2BD-A9B94119C440}" srcOrd="3" destOrd="0" parTransId="{63FE3EF1-8A95-4278-8110-1C5DF2929666}" sibTransId="{46D8E07D-C9E9-4699-BA55-E72A6A30897D}"/>
    <dgm:cxn modelId="{AF297E84-0A5A-4116-9281-DBD6E8C9F78A}" type="presOf" srcId="{66357394-C940-48F9-BF31-B95BD36A3B30}" destId="{7878C639-A2AF-4636-9933-3AFE7A69421C}" srcOrd="0" destOrd="0" presId="urn:microsoft.com/office/officeart/2018/5/layout/IconCircleLabelList"/>
    <dgm:cxn modelId="{CB38249F-38D1-4EAA-A29E-9AD5B21FA66D}" type="presOf" srcId="{CD087C24-7A74-4126-83CF-FF3FBEC415D2}" destId="{180DA02D-C781-4F0B-9259-072837E37291}" srcOrd="0" destOrd="0" presId="urn:microsoft.com/office/officeart/2018/5/layout/IconCircleLabelList"/>
    <dgm:cxn modelId="{11E6B1DB-78B2-4070-B669-860601692DC7}" type="presOf" srcId="{C2CEB71F-705C-4434-BA10-C1B644F27D0B}" destId="{2557137D-88FB-4E15-AD64-6D3B05025B54}" srcOrd="0" destOrd="0" presId="urn:microsoft.com/office/officeart/2018/5/layout/IconCircleLabelList"/>
    <dgm:cxn modelId="{D607FFDB-50BD-430E-B682-AD348022673D}" srcId="{CD087C24-7A74-4126-83CF-FF3FBEC415D2}" destId="{66357394-C940-48F9-BF31-B95BD36A3B30}" srcOrd="0" destOrd="0" parTransId="{50411050-F9E9-4283-994B-5AE755A704D3}" sibTransId="{6407CD6F-2479-488C-8993-87EA0D5C447E}"/>
    <dgm:cxn modelId="{BE9DF8C6-12F0-401D-95F3-6315037FBE06}" type="presParOf" srcId="{180DA02D-C781-4F0B-9259-072837E37291}" destId="{F2E7A90F-842E-4164-8915-124547159886}" srcOrd="0" destOrd="0" presId="urn:microsoft.com/office/officeart/2018/5/layout/IconCircleLabelList"/>
    <dgm:cxn modelId="{031FDE3A-C330-4C3C-B5C9-2408C11E49FB}" type="presParOf" srcId="{F2E7A90F-842E-4164-8915-124547159886}" destId="{E1BBE94D-4D6B-403B-B63A-5BDCF931BC3A}" srcOrd="0" destOrd="0" presId="urn:microsoft.com/office/officeart/2018/5/layout/IconCircleLabelList"/>
    <dgm:cxn modelId="{5A35820F-DA61-4117-ACD2-8E384042D89D}" type="presParOf" srcId="{F2E7A90F-842E-4164-8915-124547159886}" destId="{04FE0C1B-B132-417E-800C-B5D2BC198E21}" srcOrd="1" destOrd="0" presId="urn:microsoft.com/office/officeart/2018/5/layout/IconCircleLabelList"/>
    <dgm:cxn modelId="{86753246-7FA0-4062-AB6E-2D88B91AEC58}" type="presParOf" srcId="{F2E7A90F-842E-4164-8915-124547159886}" destId="{F5259F8A-37DC-400D-88B2-A1C01CD32FAD}" srcOrd="2" destOrd="0" presId="urn:microsoft.com/office/officeart/2018/5/layout/IconCircleLabelList"/>
    <dgm:cxn modelId="{D359931C-A27C-4AF1-9D3C-70F8624CA1A9}" type="presParOf" srcId="{F2E7A90F-842E-4164-8915-124547159886}" destId="{7878C639-A2AF-4636-9933-3AFE7A69421C}" srcOrd="3" destOrd="0" presId="urn:microsoft.com/office/officeart/2018/5/layout/IconCircleLabelList"/>
    <dgm:cxn modelId="{1B1EAC4F-11BC-4EC1-9D10-0C10AAA30452}" type="presParOf" srcId="{180DA02D-C781-4F0B-9259-072837E37291}" destId="{C00E400E-ACC5-4B7B-BFCD-86497FECC437}" srcOrd="1" destOrd="0" presId="urn:microsoft.com/office/officeart/2018/5/layout/IconCircleLabelList"/>
    <dgm:cxn modelId="{FA393E23-DB72-4CFE-BEA9-346F6EC8A3F2}" type="presParOf" srcId="{180DA02D-C781-4F0B-9259-072837E37291}" destId="{EC6F3BFC-72CA-4B8C-A61A-485607D7A91A}" srcOrd="2" destOrd="0" presId="urn:microsoft.com/office/officeart/2018/5/layout/IconCircleLabelList"/>
    <dgm:cxn modelId="{EBCDF8B3-C576-44AA-87D5-714D3036A19B}" type="presParOf" srcId="{EC6F3BFC-72CA-4B8C-A61A-485607D7A91A}" destId="{12E5F950-D8CE-42A0-9776-A0CD1DCD1ADD}" srcOrd="0" destOrd="0" presId="urn:microsoft.com/office/officeart/2018/5/layout/IconCircleLabelList"/>
    <dgm:cxn modelId="{0D8FDC8D-B6CE-4471-B327-08F6FE922ECF}" type="presParOf" srcId="{EC6F3BFC-72CA-4B8C-A61A-485607D7A91A}" destId="{5A143505-4C7E-4950-8281-F30650750F3F}" srcOrd="1" destOrd="0" presId="urn:microsoft.com/office/officeart/2018/5/layout/IconCircleLabelList"/>
    <dgm:cxn modelId="{A4D523CE-C073-4979-A46B-5D05928966D6}" type="presParOf" srcId="{EC6F3BFC-72CA-4B8C-A61A-485607D7A91A}" destId="{99DF9BFD-F77C-4632-AF20-E2D1898C0D43}" srcOrd="2" destOrd="0" presId="urn:microsoft.com/office/officeart/2018/5/layout/IconCircleLabelList"/>
    <dgm:cxn modelId="{10EF4E1F-45E0-4930-AB51-3A1556FEDBE9}" type="presParOf" srcId="{EC6F3BFC-72CA-4B8C-A61A-485607D7A91A}" destId="{300D21C8-6EA9-4CD3-9BB4-FFAF2A0C06DA}" srcOrd="3" destOrd="0" presId="urn:microsoft.com/office/officeart/2018/5/layout/IconCircleLabelList"/>
    <dgm:cxn modelId="{45556267-4F2F-410C-8EA1-9CF0B6246486}" type="presParOf" srcId="{180DA02D-C781-4F0B-9259-072837E37291}" destId="{150EF770-D867-47FA-956A-2962C890C1AD}" srcOrd="3" destOrd="0" presId="urn:microsoft.com/office/officeart/2018/5/layout/IconCircleLabelList"/>
    <dgm:cxn modelId="{ADDF9C2E-9426-4B4D-8F9E-B0C95F7C0D6E}" type="presParOf" srcId="{180DA02D-C781-4F0B-9259-072837E37291}" destId="{2830D35A-4253-4D0E-BAA1-EE57478532B0}" srcOrd="4" destOrd="0" presId="urn:microsoft.com/office/officeart/2018/5/layout/IconCircleLabelList"/>
    <dgm:cxn modelId="{17C46C2B-4A3B-40B6-AA7C-68448224B00E}" type="presParOf" srcId="{2830D35A-4253-4D0E-BAA1-EE57478532B0}" destId="{AF3EF061-7461-43EE-B849-0C5503CEDBF3}" srcOrd="0" destOrd="0" presId="urn:microsoft.com/office/officeart/2018/5/layout/IconCircleLabelList"/>
    <dgm:cxn modelId="{F23C5A86-9254-4714-AB3D-14997B7C89BC}" type="presParOf" srcId="{2830D35A-4253-4D0E-BAA1-EE57478532B0}" destId="{F9FA03A1-962A-4417-8661-CF0126A4527A}" srcOrd="1" destOrd="0" presId="urn:microsoft.com/office/officeart/2018/5/layout/IconCircleLabelList"/>
    <dgm:cxn modelId="{CDBBCF66-CEDC-45D4-8D2C-C5AA8B6D5FF0}" type="presParOf" srcId="{2830D35A-4253-4D0E-BAA1-EE57478532B0}" destId="{79DBA621-7F26-475E-BAD3-A7C080239426}" srcOrd="2" destOrd="0" presId="urn:microsoft.com/office/officeart/2018/5/layout/IconCircleLabelList"/>
    <dgm:cxn modelId="{491B9A05-5B26-4CD7-B1E6-EADFA915C085}" type="presParOf" srcId="{2830D35A-4253-4D0E-BAA1-EE57478532B0}" destId="{2557137D-88FB-4E15-AD64-6D3B05025B54}" srcOrd="3" destOrd="0" presId="urn:microsoft.com/office/officeart/2018/5/layout/IconCircleLabelList"/>
    <dgm:cxn modelId="{6C2F8D9D-7715-47B5-8206-0CD46F250A3C}" type="presParOf" srcId="{180DA02D-C781-4F0B-9259-072837E37291}" destId="{2E43C78F-C869-413B-A929-27FB4379EF63}" srcOrd="5" destOrd="0" presId="urn:microsoft.com/office/officeart/2018/5/layout/IconCircleLabelList"/>
    <dgm:cxn modelId="{8B8030B4-531C-4D74-A044-F77F79750C68}" type="presParOf" srcId="{180DA02D-C781-4F0B-9259-072837E37291}" destId="{33666A85-5D41-4726-99E7-012FFF40AD2E}" srcOrd="6" destOrd="0" presId="urn:microsoft.com/office/officeart/2018/5/layout/IconCircleLabelList"/>
    <dgm:cxn modelId="{DCFD9771-8880-40EA-A622-228B420A1332}" type="presParOf" srcId="{33666A85-5D41-4726-99E7-012FFF40AD2E}" destId="{7F327180-6DD5-4987-8327-4A2227F8BF47}" srcOrd="0" destOrd="0" presId="urn:microsoft.com/office/officeart/2018/5/layout/IconCircleLabelList"/>
    <dgm:cxn modelId="{C44C3092-F536-4222-B58E-61714F3DAF14}" type="presParOf" srcId="{33666A85-5D41-4726-99E7-012FFF40AD2E}" destId="{B306EDAD-3E06-424E-A682-03BB3F427151}" srcOrd="1" destOrd="0" presId="urn:microsoft.com/office/officeart/2018/5/layout/IconCircleLabelList"/>
    <dgm:cxn modelId="{E0F633AF-2604-444C-BD18-3B0BC880892C}" type="presParOf" srcId="{33666A85-5D41-4726-99E7-012FFF40AD2E}" destId="{6EAFF398-2C31-4EDB-AB70-64B9BCFAC0A0}" srcOrd="2" destOrd="0" presId="urn:microsoft.com/office/officeart/2018/5/layout/IconCircleLabelList"/>
    <dgm:cxn modelId="{162B79AC-92B0-4ED6-81CA-64A4D64F7CC9}" type="presParOf" srcId="{33666A85-5D41-4726-99E7-012FFF40AD2E}" destId="{54E83B0F-DDA0-4B7E-A37B-69F66B943F4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36BE702-65A4-4704-8A48-5A2B73BBDEC8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CF3986E-2AA4-447A-A261-CDD8C1045F1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DependencyMiner:</a:t>
          </a:r>
        </a:p>
      </dgm:t>
    </dgm:pt>
    <dgm:pt modelId="{7D849CBA-CD5A-4218-8E24-C50C2AE0D5D7}" type="parTrans" cxnId="{F6EE5EB4-EE96-4563-A8BA-4F2890343FB0}">
      <dgm:prSet/>
      <dgm:spPr/>
      <dgm:t>
        <a:bodyPr/>
        <a:lstStyle/>
        <a:p>
          <a:endParaRPr lang="en-US"/>
        </a:p>
      </dgm:t>
    </dgm:pt>
    <dgm:pt modelId="{8470C114-F746-4782-8290-7F93D6DB5672}" type="sibTrans" cxnId="{F6EE5EB4-EE96-4563-A8BA-4F2890343FB0}">
      <dgm:prSet/>
      <dgm:spPr/>
      <dgm:t>
        <a:bodyPr/>
        <a:lstStyle/>
        <a:p>
          <a:endParaRPr lang="en-US"/>
        </a:p>
      </dgm:t>
    </dgm:pt>
    <dgm:pt modelId="{08951FAE-8355-4DF0-B0F5-657D86756D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isAlreadyValidated(): Ensures no duplicate validations.</a:t>
          </a:r>
        </a:p>
      </dgm:t>
    </dgm:pt>
    <dgm:pt modelId="{C2F5BCD6-2E65-4C93-A4C4-D214FF7818E0}" type="parTrans" cxnId="{9905ACEB-E672-4421-B0E2-9304D1D81DC4}">
      <dgm:prSet/>
      <dgm:spPr/>
      <dgm:t>
        <a:bodyPr/>
        <a:lstStyle/>
        <a:p>
          <a:endParaRPr lang="en-US"/>
        </a:p>
      </dgm:t>
    </dgm:pt>
    <dgm:pt modelId="{0AC3A891-1AA2-432E-99AC-65027E81F4E8}" type="sibTrans" cxnId="{9905ACEB-E672-4421-B0E2-9304D1D81DC4}">
      <dgm:prSet/>
      <dgm:spPr/>
      <dgm:t>
        <a:bodyPr/>
        <a:lstStyle/>
        <a:p>
          <a:endParaRPr lang="en-US"/>
        </a:p>
      </dgm:t>
    </dgm:pt>
    <dgm:pt modelId="{91FFA28C-0D14-44C8-81D4-FFA8D37CF6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sendValidationTask(): Assigns tasks only to available workers.</a:t>
          </a:r>
        </a:p>
      </dgm:t>
    </dgm:pt>
    <dgm:pt modelId="{BA177D21-7D74-47C8-8E41-23675B8A9184}" type="parTrans" cxnId="{CC736E85-9DD1-4731-91DD-3A7F8A6EB993}">
      <dgm:prSet/>
      <dgm:spPr/>
      <dgm:t>
        <a:bodyPr/>
        <a:lstStyle/>
        <a:p>
          <a:endParaRPr lang="en-US"/>
        </a:p>
      </dgm:t>
    </dgm:pt>
    <dgm:pt modelId="{646F1879-77CD-4C5D-AAF7-1D0B447EE79F}" type="sibTrans" cxnId="{CC736E85-9DD1-4731-91DD-3A7F8A6EB993}">
      <dgm:prSet/>
      <dgm:spPr/>
      <dgm:t>
        <a:bodyPr/>
        <a:lstStyle/>
        <a:p>
          <a:endParaRPr lang="en-US"/>
        </a:p>
      </dgm:t>
    </dgm:pt>
    <dgm:pt modelId="{C2F77515-3906-473B-B643-518AD05BD31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DependencyWorker:</a:t>
          </a:r>
        </a:p>
      </dgm:t>
    </dgm:pt>
    <dgm:pt modelId="{AABAD054-CB46-4D18-9D3B-E6D5FE79A095}" type="parTrans" cxnId="{26A14787-E4CB-48A4-8230-36F0C790DC7A}">
      <dgm:prSet/>
      <dgm:spPr/>
      <dgm:t>
        <a:bodyPr/>
        <a:lstStyle/>
        <a:p>
          <a:endParaRPr lang="en-US"/>
        </a:p>
      </dgm:t>
    </dgm:pt>
    <dgm:pt modelId="{2F18FE2D-C1FA-4521-8C64-C9594152C6F4}" type="sibTrans" cxnId="{26A14787-E4CB-48A4-8230-36F0C790DC7A}">
      <dgm:prSet/>
      <dgm:spPr/>
      <dgm:t>
        <a:bodyPr/>
        <a:lstStyle/>
        <a:p>
          <a:endParaRPr lang="en-US"/>
        </a:p>
      </dgm:t>
    </dgm:pt>
    <dgm:pt modelId="{F2A78A5C-68BF-4649-AA1A-B192AE13069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Skips tasks if dependencies are already validated.</a:t>
          </a:r>
        </a:p>
      </dgm:t>
    </dgm:pt>
    <dgm:pt modelId="{B298AC9C-EC32-4531-9AF7-42769986D5C1}" type="parTrans" cxnId="{DEBEE51F-83C9-40DD-AD45-6D269D3F76C7}">
      <dgm:prSet/>
      <dgm:spPr/>
      <dgm:t>
        <a:bodyPr/>
        <a:lstStyle/>
        <a:p>
          <a:endParaRPr lang="en-US"/>
        </a:p>
      </dgm:t>
    </dgm:pt>
    <dgm:pt modelId="{E62DF6C4-54A1-4E23-9F65-A30E733B6137}" type="sibTrans" cxnId="{DEBEE51F-83C9-40DD-AD45-6D269D3F76C7}">
      <dgm:prSet/>
      <dgm:spPr/>
      <dgm:t>
        <a:bodyPr/>
        <a:lstStyle/>
        <a:p>
          <a:endParaRPr lang="en-US"/>
        </a:p>
      </dgm:t>
    </dgm:pt>
    <dgm:pt modelId="{774211E7-BB4B-4F19-ADF7-DB373B8507E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InputReader:</a:t>
          </a:r>
        </a:p>
      </dgm:t>
    </dgm:pt>
    <dgm:pt modelId="{DE143776-1CC3-4C37-A7B0-53667943FF6D}" type="parTrans" cxnId="{A6455C0E-2A14-44A4-8536-73F68C1E6E67}">
      <dgm:prSet/>
      <dgm:spPr/>
      <dgm:t>
        <a:bodyPr/>
        <a:lstStyle/>
        <a:p>
          <a:endParaRPr lang="en-US"/>
        </a:p>
      </dgm:t>
    </dgm:pt>
    <dgm:pt modelId="{34AE9B34-BD50-4261-B391-FD3891B1402D}" type="sibTrans" cxnId="{A6455C0E-2A14-44A4-8536-73F68C1E6E67}">
      <dgm:prSet/>
      <dgm:spPr/>
      <dgm:t>
        <a:bodyPr/>
        <a:lstStyle/>
        <a:p>
          <a:endParaRPr lang="en-US"/>
        </a:p>
      </dgm:t>
    </dgm:pt>
    <dgm:pt modelId="{67D7FC04-206F-4385-9BA4-6828E8485C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Splits data into multiple columns.</a:t>
          </a:r>
        </a:p>
      </dgm:t>
    </dgm:pt>
    <dgm:pt modelId="{2F50E57B-F426-4B43-888C-EEE42222B4E8}" type="parTrans" cxnId="{9D70F2A4-1136-44F0-894E-734DA23EB2F4}">
      <dgm:prSet/>
      <dgm:spPr/>
      <dgm:t>
        <a:bodyPr/>
        <a:lstStyle/>
        <a:p>
          <a:endParaRPr lang="en-US"/>
        </a:p>
      </dgm:t>
    </dgm:pt>
    <dgm:pt modelId="{02152092-3BC1-4C6D-BB99-0A8E79138D78}" type="sibTrans" cxnId="{9D70F2A4-1136-44F0-894E-734DA23EB2F4}">
      <dgm:prSet/>
      <dgm:spPr/>
      <dgm:t>
        <a:bodyPr/>
        <a:lstStyle/>
        <a:p>
          <a:endParaRPr lang="en-US"/>
        </a:p>
      </dgm:t>
    </dgm:pt>
    <dgm:pt modelId="{E82FA354-21F1-4DCA-AB9F-ED08EE298CF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ResultCollector:</a:t>
          </a:r>
        </a:p>
      </dgm:t>
    </dgm:pt>
    <dgm:pt modelId="{06B9EC66-FE38-4FA2-AAEF-3D808A8A85DE}" type="parTrans" cxnId="{FDB47AB9-F094-4AD9-B43D-8FB9A3ACA258}">
      <dgm:prSet/>
      <dgm:spPr/>
      <dgm:t>
        <a:bodyPr/>
        <a:lstStyle/>
        <a:p>
          <a:endParaRPr lang="en-US"/>
        </a:p>
      </dgm:t>
    </dgm:pt>
    <dgm:pt modelId="{A529C43D-84B4-4DFC-9630-7121CAD1A1F7}" type="sibTrans" cxnId="{FDB47AB9-F094-4AD9-B43D-8FB9A3ACA258}">
      <dgm:prSet/>
      <dgm:spPr/>
      <dgm:t>
        <a:bodyPr/>
        <a:lstStyle/>
        <a:p>
          <a:endParaRPr lang="en-US"/>
        </a:p>
      </dgm:t>
    </dgm:pt>
    <dgm:pt modelId="{A6078FC7-D736-4346-9ECF-08A2109BA9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Stores unique results in the output file.</a:t>
          </a:r>
        </a:p>
      </dgm:t>
    </dgm:pt>
    <dgm:pt modelId="{5801B2A1-5859-467C-8E58-56EA6E3726CB}" type="parTrans" cxnId="{FFE09A56-1505-4E24-93E8-D5C9293619CB}">
      <dgm:prSet/>
      <dgm:spPr/>
      <dgm:t>
        <a:bodyPr/>
        <a:lstStyle/>
        <a:p>
          <a:endParaRPr lang="en-US"/>
        </a:p>
      </dgm:t>
    </dgm:pt>
    <dgm:pt modelId="{B6794AEA-B758-447A-93C9-CDFBDBF01567}" type="sibTrans" cxnId="{FFE09A56-1505-4E24-93E8-D5C9293619CB}">
      <dgm:prSet/>
      <dgm:spPr/>
      <dgm:t>
        <a:bodyPr/>
        <a:lstStyle/>
        <a:p>
          <a:endParaRPr lang="en-US"/>
        </a:p>
      </dgm:t>
    </dgm:pt>
    <dgm:pt modelId="{6F325C22-EBED-4598-A1CE-AD34320E4ECB}" type="pres">
      <dgm:prSet presAssocID="{C36BE702-65A4-4704-8A48-5A2B73BBDEC8}" presName="root" presStyleCnt="0">
        <dgm:presLayoutVars>
          <dgm:dir/>
          <dgm:resizeHandles val="exact"/>
        </dgm:presLayoutVars>
      </dgm:prSet>
      <dgm:spPr/>
    </dgm:pt>
    <dgm:pt modelId="{C3352994-1ECF-4FFC-A5A4-1BD73D88AC38}" type="pres">
      <dgm:prSet presAssocID="{2CF3986E-2AA4-447A-A261-CDD8C1045F1E}" presName="compNode" presStyleCnt="0"/>
      <dgm:spPr/>
    </dgm:pt>
    <dgm:pt modelId="{41A5B4C7-13EF-47AF-9E8E-80F4A9FB5E46}" type="pres">
      <dgm:prSet presAssocID="{2CF3986E-2AA4-447A-A261-CDD8C1045F1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D9B7669F-1D10-4606-AE3D-DB3CA4306CCA}" type="pres">
      <dgm:prSet presAssocID="{2CF3986E-2AA4-447A-A261-CDD8C1045F1E}" presName="iconSpace" presStyleCnt="0"/>
      <dgm:spPr/>
    </dgm:pt>
    <dgm:pt modelId="{8585AFC5-A4CA-48A4-AC9F-7B767AD302F6}" type="pres">
      <dgm:prSet presAssocID="{2CF3986E-2AA4-447A-A261-CDD8C1045F1E}" presName="parTx" presStyleLbl="revTx" presStyleIdx="0" presStyleCnt="8">
        <dgm:presLayoutVars>
          <dgm:chMax val="0"/>
          <dgm:chPref val="0"/>
        </dgm:presLayoutVars>
      </dgm:prSet>
      <dgm:spPr/>
    </dgm:pt>
    <dgm:pt modelId="{5729975A-F57B-4321-B260-4866FC8EFE30}" type="pres">
      <dgm:prSet presAssocID="{2CF3986E-2AA4-447A-A261-CDD8C1045F1E}" presName="txSpace" presStyleCnt="0"/>
      <dgm:spPr/>
    </dgm:pt>
    <dgm:pt modelId="{605FC6C4-6570-441B-A813-DE997A35AFA4}" type="pres">
      <dgm:prSet presAssocID="{2CF3986E-2AA4-447A-A261-CDD8C1045F1E}" presName="desTx" presStyleLbl="revTx" presStyleIdx="1" presStyleCnt="8">
        <dgm:presLayoutVars/>
      </dgm:prSet>
      <dgm:spPr/>
    </dgm:pt>
    <dgm:pt modelId="{6818606B-1A23-4B5F-A152-41B24E736152}" type="pres">
      <dgm:prSet presAssocID="{8470C114-F746-4782-8290-7F93D6DB5672}" presName="sibTrans" presStyleCnt="0"/>
      <dgm:spPr/>
    </dgm:pt>
    <dgm:pt modelId="{3609322A-8F14-4F83-879A-EEEC5FFBC9F5}" type="pres">
      <dgm:prSet presAssocID="{C2F77515-3906-473B-B643-518AD05BD31E}" presName="compNode" presStyleCnt="0"/>
      <dgm:spPr/>
    </dgm:pt>
    <dgm:pt modelId="{2E50A8BD-07C1-4E04-A4A8-78D05C680EE1}" type="pres">
      <dgm:prSet presAssocID="{C2F77515-3906-473B-B643-518AD05BD31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FF616378-2DE7-4EF4-AE9E-68104DE59D28}" type="pres">
      <dgm:prSet presAssocID="{C2F77515-3906-473B-B643-518AD05BD31E}" presName="iconSpace" presStyleCnt="0"/>
      <dgm:spPr/>
    </dgm:pt>
    <dgm:pt modelId="{C3226E92-ED99-475D-997C-72B10606146B}" type="pres">
      <dgm:prSet presAssocID="{C2F77515-3906-473B-B643-518AD05BD31E}" presName="parTx" presStyleLbl="revTx" presStyleIdx="2" presStyleCnt="8">
        <dgm:presLayoutVars>
          <dgm:chMax val="0"/>
          <dgm:chPref val="0"/>
        </dgm:presLayoutVars>
      </dgm:prSet>
      <dgm:spPr/>
    </dgm:pt>
    <dgm:pt modelId="{F883880C-189B-404F-8862-4F9136A93D45}" type="pres">
      <dgm:prSet presAssocID="{C2F77515-3906-473B-B643-518AD05BD31E}" presName="txSpace" presStyleCnt="0"/>
      <dgm:spPr/>
    </dgm:pt>
    <dgm:pt modelId="{BD295BC5-E5B8-4920-BE39-8FA0FF1086A3}" type="pres">
      <dgm:prSet presAssocID="{C2F77515-3906-473B-B643-518AD05BD31E}" presName="desTx" presStyleLbl="revTx" presStyleIdx="3" presStyleCnt="8">
        <dgm:presLayoutVars/>
      </dgm:prSet>
      <dgm:spPr/>
    </dgm:pt>
    <dgm:pt modelId="{61F7FB07-9203-46B4-BECB-464C5506320E}" type="pres">
      <dgm:prSet presAssocID="{2F18FE2D-C1FA-4521-8C64-C9594152C6F4}" presName="sibTrans" presStyleCnt="0"/>
      <dgm:spPr/>
    </dgm:pt>
    <dgm:pt modelId="{4BA586E4-2438-4054-881D-C8FF2A17FB2A}" type="pres">
      <dgm:prSet presAssocID="{774211E7-BB4B-4F19-ADF7-DB373B8507E1}" presName="compNode" presStyleCnt="0"/>
      <dgm:spPr/>
    </dgm:pt>
    <dgm:pt modelId="{785F314A-88AE-4DE4-B28A-4EF3920C72B9}" type="pres">
      <dgm:prSet presAssocID="{774211E7-BB4B-4F19-ADF7-DB373B8507E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C1B7372F-D5BA-4F77-A29D-DD6208FE160E}" type="pres">
      <dgm:prSet presAssocID="{774211E7-BB4B-4F19-ADF7-DB373B8507E1}" presName="iconSpace" presStyleCnt="0"/>
      <dgm:spPr/>
    </dgm:pt>
    <dgm:pt modelId="{B9085190-49D3-4DCB-9FE9-DF42AB02519B}" type="pres">
      <dgm:prSet presAssocID="{774211E7-BB4B-4F19-ADF7-DB373B8507E1}" presName="parTx" presStyleLbl="revTx" presStyleIdx="4" presStyleCnt="8">
        <dgm:presLayoutVars>
          <dgm:chMax val="0"/>
          <dgm:chPref val="0"/>
        </dgm:presLayoutVars>
      </dgm:prSet>
      <dgm:spPr/>
    </dgm:pt>
    <dgm:pt modelId="{0F17F67C-C54B-4413-BB98-BFB7097F06DE}" type="pres">
      <dgm:prSet presAssocID="{774211E7-BB4B-4F19-ADF7-DB373B8507E1}" presName="txSpace" presStyleCnt="0"/>
      <dgm:spPr/>
    </dgm:pt>
    <dgm:pt modelId="{FC833460-F2CD-4FE0-98AE-FF1C0216D9E9}" type="pres">
      <dgm:prSet presAssocID="{774211E7-BB4B-4F19-ADF7-DB373B8507E1}" presName="desTx" presStyleLbl="revTx" presStyleIdx="5" presStyleCnt="8">
        <dgm:presLayoutVars/>
      </dgm:prSet>
      <dgm:spPr/>
    </dgm:pt>
    <dgm:pt modelId="{32F722CA-F619-457A-8522-8A209A232C2B}" type="pres">
      <dgm:prSet presAssocID="{34AE9B34-BD50-4261-B391-FD3891B1402D}" presName="sibTrans" presStyleCnt="0"/>
      <dgm:spPr/>
    </dgm:pt>
    <dgm:pt modelId="{922F7EE2-FDAC-42DE-BB0D-6FAD3535B609}" type="pres">
      <dgm:prSet presAssocID="{E82FA354-21F1-4DCA-AB9F-ED08EE298CF4}" presName="compNode" presStyleCnt="0"/>
      <dgm:spPr/>
    </dgm:pt>
    <dgm:pt modelId="{6B87A62E-9E12-4C9A-90F6-2DED0DC04BFC}" type="pres">
      <dgm:prSet presAssocID="{E82FA354-21F1-4DCA-AB9F-ED08EE298CF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per"/>
        </a:ext>
      </dgm:extLst>
    </dgm:pt>
    <dgm:pt modelId="{17B05B1C-1677-47CC-9C60-2B1949F56859}" type="pres">
      <dgm:prSet presAssocID="{E82FA354-21F1-4DCA-AB9F-ED08EE298CF4}" presName="iconSpace" presStyleCnt="0"/>
      <dgm:spPr/>
    </dgm:pt>
    <dgm:pt modelId="{198C9A44-3791-4D4F-B357-DF1D143D93F8}" type="pres">
      <dgm:prSet presAssocID="{E82FA354-21F1-4DCA-AB9F-ED08EE298CF4}" presName="parTx" presStyleLbl="revTx" presStyleIdx="6" presStyleCnt="8">
        <dgm:presLayoutVars>
          <dgm:chMax val="0"/>
          <dgm:chPref val="0"/>
        </dgm:presLayoutVars>
      </dgm:prSet>
      <dgm:spPr/>
    </dgm:pt>
    <dgm:pt modelId="{3E1E8BD2-E802-439A-AC2B-5F536ACE6770}" type="pres">
      <dgm:prSet presAssocID="{E82FA354-21F1-4DCA-AB9F-ED08EE298CF4}" presName="txSpace" presStyleCnt="0"/>
      <dgm:spPr/>
    </dgm:pt>
    <dgm:pt modelId="{F077BC94-2C02-4A50-BE3A-02325DC2A7E1}" type="pres">
      <dgm:prSet presAssocID="{E82FA354-21F1-4DCA-AB9F-ED08EE298CF4}" presName="desTx" presStyleLbl="revTx" presStyleIdx="7" presStyleCnt="8">
        <dgm:presLayoutVars/>
      </dgm:prSet>
      <dgm:spPr/>
    </dgm:pt>
  </dgm:ptLst>
  <dgm:cxnLst>
    <dgm:cxn modelId="{E4D12008-946D-464D-B955-218BE616AD50}" type="presOf" srcId="{67D7FC04-206F-4385-9BA4-6828E8485C0C}" destId="{FC833460-F2CD-4FE0-98AE-FF1C0216D9E9}" srcOrd="0" destOrd="0" presId="urn:microsoft.com/office/officeart/2018/2/layout/IconLabelDescriptionList"/>
    <dgm:cxn modelId="{A6455C0E-2A14-44A4-8536-73F68C1E6E67}" srcId="{C36BE702-65A4-4704-8A48-5A2B73BBDEC8}" destId="{774211E7-BB4B-4F19-ADF7-DB373B8507E1}" srcOrd="2" destOrd="0" parTransId="{DE143776-1CC3-4C37-A7B0-53667943FF6D}" sibTransId="{34AE9B34-BD50-4261-B391-FD3891B1402D}"/>
    <dgm:cxn modelId="{DEBEE51F-83C9-40DD-AD45-6D269D3F76C7}" srcId="{C2F77515-3906-473B-B643-518AD05BD31E}" destId="{F2A78A5C-68BF-4649-AA1A-B192AE13069A}" srcOrd="0" destOrd="0" parTransId="{B298AC9C-EC32-4531-9AF7-42769986D5C1}" sibTransId="{E62DF6C4-54A1-4E23-9F65-A30E733B6137}"/>
    <dgm:cxn modelId="{FFE09A56-1505-4E24-93E8-D5C9293619CB}" srcId="{E82FA354-21F1-4DCA-AB9F-ED08EE298CF4}" destId="{A6078FC7-D736-4346-9ECF-08A2109BA96E}" srcOrd="0" destOrd="0" parTransId="{5801B2A1-5859-467C-8E58-56EA6E3726CB}" sibTransId="{B6794AEA-B758-447A-93C9-CDFBDBF01567}"/>
    <dgm:cxn modelId="{EF52957B-123E-4021-9609-E85FCC439BC6}" type="presOf" srcId="{C2F77515-3906-473B-B643-518AD05BD31E}" destId="{C3226E92-ED99-475D-997C-72B10606146B}" srcOrd="0" destOrd="0" presId="urn:microsoft.com/office/officeart/2018/2/layout/IconLabelDescriptionList"/>
    <dgm:cxn modelId="{CC736E85-9DD1-4731-91DD-3A7F8A6EB993}" srcId="{2CF3986E-2AA4-447A-A261-CDD8C1045F1E}" destId="{91FFA28C-0D14-44C8-81D4-FFA8D37CF621}" srcOrd="1" destOrd="0" parTransId="{BA177D21-7D74-47C8-8E41-23675B8A9184}" sibTransId="{646F1879-77CD-4C5D-AAF7-1D0B447EE79F}"/>
    <dgm:cxn modelId="{26A14787-E4CB-48A4-8230-36F0C790DC7A}" srcId="{C36BE702-65A4-4704-8A48-5A2B73BBDEC8}" destId="{C2F77515-3906-473B-B643-518AD05BD31E}" srcOrd="1" destOrd="0" parTransId="{AABAD054-CB46-4D18-9D3B-E6D5FE79A095}" sibTransId="{2F18FE2D-C1FA-4521-8C64-C9594152C6F4}"/>
    <dgm:cxn modelId="{9D70F2A4-1136-44F0-894E-734DA23EB2F4}" srcId="{774211E7-BB4B-4F19-ADF7-DB373B8507E1}" destId="{67D7FC04-206F-4385-9BA4-6828E8485C0C}" srcOrd="0" destOrd="0" parTransId="{2F50E57B-F426-4B43-888C-EEE42222B4E8}" sibTransId="{02152092-3BC1-4C6D-BB99-0A8E79138D78}"/>
    <dgm:cxn modelId="{95D1E7AF-F809-4CD1-BC76-5DE9130C8A7A}" type="presOf" srcId="{91FFA28C-0D14-44C8-81D4-FFA8D37CF621}" destId="{605FC6C4-6570-441B-A813-DE997A35AFA4}" srcOrd="0" destOrd="1" presId="urn:microsoft.com/office/officeart/2018/2/layout/IconLabelDescriptionList"/>
    <dgm:cxn modelId="{F6EE5EB4-EE96-4563-A8BA-4F2890343FB0}" srcId="{C36BE702-65A4-4704-8A48-5A2B73BBDEC8}" destId="{2CF3986E-2AA4-447A-A261-CDD8C1045F1E}" srcOrd="0" destOrd="0" parTransId="{7D849CBA-CD5A-4218-8E24-C50C2AE0D5D7}" sibTransId="{8470C114-F746-4782-8290-7F93D6DB5672}"/>
    <dgm:cxn modelId="{C9C6DEB6-CD4D-4F4D-A78A-99E89A120F17}" type="presOf" srcId="{E82FA354-21F1-4DCA-AB9F-ED08EE298CF4}" destId="{198C9A44-3791-4D4F-B357-DF1D143D93F8}" srcOrd="0" destOrd="0" presId="urn:microsoft.com/office/officeart/2018/2/layout/IconLabelDescriptionList"/>
    <dgm:cxn modelId="{FDB47AB9-F094-4AD9-B43D-8FB9A3ACA258}" srcId="{C36BE702-65A4-4704-8A48-5A2B73BBDEC8}" destId="{E82FA354-21F1-4DCA-AB9F-ED08EE298CF4}" srcOrd="3" destOrd="0" parTransId="{06B9EC66-FE38-4FA2-AAEF-3D808A8A85DE}" sibTransId="{A529C43D-84B4-4DFC-9630-7121CAD1A1F7}"/>
    <dgm:cxn modelId="{1006FBC7-088C-43C3-A8A7-259D2F5DF7FC}" type="presOf" srcId="{2CF3986E-2AA4-447A-A261-CDD8C1045F1E}" destId="{8585AFC5-A4CA-48A4-AC9F-7B767AD302F6}" srcOrd="0" destOrd="0" presId="urn:microsoft.com/office/officeart/2018/2/layout/IconLabelDescriptionList"/>
    <dgm:cxn modelId="{BFFA64C9-2124-4297-9157-DD63C681729E}" type="presOf" srcId="{C36BE702-65A4-4704-8A48-5A2B73BBDEC8}" destId="{6F325C22-EBED-4598-A1CE-AD34320E4ECB}" srcOrd="0" destOrd="0" presId="urn:microsoft.com/office/officeart/2018/2/layout/IconLabelDescriptionList"/>
    <dgm:cxn modelId="{9063FFDB-B1D0-44D3-8E3F-7AFA76CDAFD8}" type="presOf" srcId="{08951FAE-8355-4DF0-B0F5-657D86756DA6}" destId="{605FC6C4-6570-441B-A813-DE997A35AFA4}" srcOrd="0" destOrd="0" presId="urn:microsoft.com/office/officeart/2018/2/layout/IconLabelDescriptionList"/>
    <dgm:cxn modelId="{44D02CE3-677E-4B02-96D0-16D632BE4D2D}" type="presOf" srcId="{A6078FC7-D736-4346-9ECF-08A2109BA96E}" destId="{F077BC94-2C02-4A50-BE3A-02325DC2A7E1}" srcOrd="0" destOrd="0" presId="urn:microsoft.com/office/officeart/2018/2/layout/IconLabelDescriptionList"/>
    <dgm:cxn modelId="{84AEA6E4-6C35-40BC-A153-7EFC3B30AEAE}" type="presOf" srcId="{774211E7-BB4B-4F19-ADF7-DB373B8507E1}" destId="{B9085190-49D3-4DCB-9FE9-DF42AB02519B}" srcOrd="0" destOrd="0" presId="urn:microsoft.com/office/officeart/2018/2/layout/IconLabelDescriptionList"/>
    <dgm:cxn modelId="{9905ACEB-E672-4421-B0E2-9304D1D81DC4}" srcId="{2CF3986E-2AA4-447A-A261-CDD8C1045F1E}" destId="{08951FAE-8355-4DF0-B0F5-657D86756DA6}" srcOrd="0" destOrd="0" parTransId="{C2F5BCD6-2E65-4C93-A4C4-D214FF7818E0}" sibTransId="{0AC3A891-1AA2-432E-99AC-65027E81F4E8}"/>
    <dgm:cxn modelId="{F40637F5-2169-4314-87CA-B5C37AC22F9B}" type="presOf" srcId="{F2A78A5C-68BF-4649-AA1A-B192AE13069A}" destId="{BD295BC5-E5B8-4920-BE39-8FA0FF1086A3}" srcOrd="0" destOrd="0" presId="urn:microsoft.com/office/officeart/2018/2/layout/IconLabelDescriptionList"/>
    <dgm:cxn modelId="{58F969E3-8EDE-4AF3-823C-7CC402DFB03E}" type="presParOf" srcId="{6F325C22-EBED-4598-A1CE-AD34320E4ECB}" destId="{C3352994-1ECF-4FFC-A5A4-1BD73D88AC38}" srcOrd="0" destOrd="0" presId="urn:microsoft.com/office/officeart/2018/2/layout/IconLabelDescriptionList"/>
    <dgm:cxn modelId="{B6414354-3B0F-46C5-995D-33EAAD8EAF04}" type="presParOf" srcId="{C3352994-1ECF-4FFC-A5A4-1BD73D88AC38}" destId="{41A5B4C7-13EF-47AF-9E8E-80F4A9FB5E46}" srcOrd="0" destOrd="0" presId="urn:microsoft.com/office/officeart/2018/2/layout/IconLabelDescriptionList"/>
    <dgm:cxn modelId="{103021B1-0263-4814-BA9C-5DEED4B8F40C}" type="presParOf" srcId="{C3352994-1ECF-4FFC-A5A4-1BD73D88AC38}" destId="{D9B7669F-1D10-4606-AE3D-DB3CA4306CCA}" srcOrd="1" destOrd="0" presId="urn:microsoft.com/office/officeart/2018/2/layout/IconLabelDescriptionList"/>
    <dgm:cxn modelId="{DAD5A6BB-368B-4CDB-AF3C-43BE2450F460}" type="presParOf" srcId="{C3352994-1ECF-4FFC-A5A4-1BD73D88AC38}" destId="{8585AFC5-A4CA-48A4-AC9F-7B767AD302F6}" srcOrd="2" destOrd="0" presId="urn:microsoft.com/office/officeart/2018/2/layout/IconLabelDescriptionList"/>
    <dgm:cxn modelId="{4CA3F6E6-84DC-4015-BCB0-5A204E6F27CD}" type="presParOf" srcId="{C3352994-1ECF-4FFC-A5A4-1BD73D88AC38}" destId="{5729975A-F57B-4321-B260-4866FC8EFE30}" srcOrd="3" destOrd="0" presId="urn:microsoft.com/office/officeart/2018/2/layout/IconLabelDescriptionList"/>
    <dgm:cxn modelId="{AD906B83-3B57-45B1-8282-92B1449A4A3F}" type="presParOf" srcId="{C3352994-1ECF-4FFC-A5A4-1BD73D88AC38}" destId="{605FC6C4-6570-441B-A813-DE997A35AFA4}" srcOrd="4" destOrd="0" presId="urn:microsoft.com/office/officeart/2018/2/layout/IconLabelDescriptionList"/>
    <dgm:cxn modelId="{F45B774D-56B1-4D89-A91F-9D4DC701E417}" type="presParOf" srcId="{6F325C22-EBED-4598-A1CE-AD34320E4ECB}" destId="{6818606B-1A23-4B5F-A152-41B24E736152}" srcOrd="1" destOrd="0" presId="urn:microsoft.com/office/officeart/2018/2/layout/IconLabelDescriptionList"/>
    <dgm:cxn modelId="{0AAC16B5-1851-4D5E-9768-A755AC0CAD28}" type="presParOf" srcId="{6F325C22-EBED-4598-A1CE-AD34320E4ECB}" destId="{3609322A-8F14-4F83-879A-EEEC5FFBC9F5}" srcOrd="2" destOrd="0" presId="urn:microsoft.com/office/officeart/2018/2/layout/IconLabelDescriptionList"/>
    <dgm:cxn modelId="{0666702E-8789-486D-AFE0-09EC9B88BC20}" type="presParOf" srcId="{3609322A-8F14-4F83-879A-EEEC5FFBC9F5}" destId="{2E50A8BD-07C1-4E04-A4A8-78D05C680EE1}" srcOrd="0" destOrd="0" presId="urn:microsoft.com/office/officeart/2018/2/layout/IconLabelDescriptionList"/>
    <dgm:cxn modelId="{E6117718-D3DF-465C-9709-C8B9DDA5AB90}" type="presParOf" srcId="{3609322A-8F14-4F83-879A-EEEC5FFBC9F5}" destId="{FF616378-2DE7-4EF4-AE9E-68104DE59D28}" srcOrd="1" destOrd="0" presId="urn:microsoft.com/office/officeart/2018/2/layout/IconLabelDescriptionList"/>
    <dgm:cxn modelId="{398C0490-640D-4454-94E3-D1A5845EB5C5}" type="presParOf" srcId="{3609322A-8F14-4F83-879A-EEEC5FFBC9F5}" destId="{C3226E92-ED99-475D-997C-72B10606146B}" srcOrd="2" destOrd="0" presId="urn:microsoft.com/office/officeart/2018/2/layout/IconLabelDescriptionList"/>
    <dgm:cxn modelId="{6612AB67-BFFC-449D-AFC5-B09CA59D98BF}" type="presParOf" srcId="{3609322A-8F14-4F83-879A-EEEC5FFBC9F5}" destId="{F883880C-189B-404F-8862-4F9136A93D45}" srcOrd="3" destOrd="0" presId="urn:microsoft.com/office/officeart/2018/2/layout/IconLabelDescriptionList"/>
    <dgm:cxn modelId="{598EA38C-5B86-492B-9711-B253959A723E}" type="presParOf" srcId="{3609322A-8F14-4F83-879A-EEEC5FFBC9F5}" destId="{BD295BC5-E5B8-4920-BE39-8FA0FF1086A3}" srcOrd="4" destOrd="0" presId="urn:microsoft.com/office/officeart/2018/2/layout/IconLabelDescriptionList"/>
    <dgm:cxn modelId="{4FA73C90-66E0-4F87-BB05-60596DDCFF33}" type="presParOf" srcId="{6F325C22-EBED-4598-A1CE-AD34320E4ECB}" destId="{61F7FB07-9203-46B4-BECB-464C5506320E}" srcOrd="3" destOrd="0" presId="urn:microsoft.com/office/officeart/2018/2/layout/IconLabelDescriptionList"/>
    <dgm:cxn modelId="{C1163F5D-8FF0-4904-A529-FD47156566A3}" type="presParOf" srcId="{6F325C22-EBED-4598-A1CE-AD34320E4ECB}" destId="{4BA586E4-2438-4054-881D-C8FF2A17FB2A}" srcOrd="4" destOrd="0" presId="urn:microsoft.com/office/officeart/2018/2/layout/IconLabelDescriptionList"/>
    <dgm:cxn modelId="{BA29A217-18CF-4BC2-AB0B-F883CA2C3E15}" type="presParOf" srcId="{4BA586E4-2438-4054-881D-C8FF2A17FB2A}" destId="{785F314A-88AE-4DE4-B28A-4EF3920C72B9}" srcOrd="0" destOrd="0" presId="urn:microsoft.com/office/officeart/2018/2/layout/IconLabelDescriptionList"/>
    <dgm:cxn modelId="{D9E419A0-3152-43A5-8EEC-DD6B6C2E57F6}" type="presParOf" srcId="{4BA586E4-2438-4054-881D-C8FF2A17FB2A}" destId="{C1B7372F-D5BA-4F77-A29D-DD6208FE160E}" srcOrd="1" destOrd="0" presId="urn:microsoft.com/office/officeart/2018/2/layout/IconLabelDescriptionList"/>
    <dgm:cxn modelId="{B1992A8C-CAA8-4D84-90AD-89A748C6A09F}" type="presParOf" srcId="{4BA586E4-2438-4054-881D-C8FF2A17FB2A}" destId="{B9085190-49D3-4DCB-9FE9-DF42AB02519B}" srcOrd="2" destOrd="0" presId="urn:microsoft.com/office/officeart/2018/2/layout/IconLabelDescriptionList"/>
    <dgm:cxn modelId="{2A376FDD-038F-4DDF-8DB8-090969259788}" type="presParOf" srcId="{4BA586E4-2438-4054-881D-C8FF2A17FB2A}" destId="{0F17F67C-C54B-4413-BB98-BFB7097F06DE}" srcOrd="3" destOrd="0" presId="urn:microsoft.com/office/officeart/2018/2/layout/IconLabelDescriptionList"/>
    <dgm:cxn modelId="{700C56C4-6E6B-46ED-8D64-285A5F8738B0}" type="presParOf" srcId="{4BA586E4-2438-4054-881D-C8FF2A17FB2A}" destId="{FC833460-F2CD-4FE0-98AE-FF1C0216D9E9}" srcOrd="4" destOrd="0" presId="urn:microsoft.com/office/officeart/2018/2/layout/IconLabelDescriptionList"/>
    <dgm:cxn modelId="{F1D9D82F-F6AD-4847-AB31-EF595E6D67EC}" type="presParOf" srcId="{6F325C22-EBED-4598-A1CE-AD34320E4ECB}" destId="{32F722CA-F619-457A-8522-8A209A232C2B}" srcOrd="5" destOrd="0" presId="urn:microsoft.com/office/officeart/2018/2/layout/IconLabelDescriptionList"/>
    <dgm:cxn modelId="{AE2E6282-FA01-4D36-A6D0-ACD2BAAE5EDF}" type="presParOf" srcId="{6F325C22-EBED-4598-A1CE-AD34320E4ECB}" destId="{922F7EE2-FDAC-42DE-BB0D-6FAD3535B609}" srcOrd="6" destOrd="0" presId="urn:microsoft.com/office/officeart/2018/2/layout/IconLabelDescriptionList"/>
    <dgm:cxn modelId="{BAEE2D9E-C27F-473C-BF98-4C8D4E9FD788}" type="presParOf" srcId="{922F7EE2-FDAC-42DE-BB0D-6FAD3535B609}" destId="{6B87A62E-9E12-4C9A-90F6-2DED0DC04BFC}" srcOrd="0" destOrd="0" presId="urn:microsoft.com/office/officeart/2018/2/layout/IconLabelDescriptionList"/>
    <dgm:cxn modelId="{DE47BC7A-9E10-4D8C-B732-0A9CDC6EBC85}" type="presParOf" srcId="{922F7EE2-FDAC-42DE-BB0D-6FAD3535B609}" destId="{17B05B1C-1677-47CC-9C60-2B1949F56859}" srcOrd="1" destOrd="0" presId="urn:microsoft.com/office/officeart/2018/2/layout/IconLabelDescriptionList"/>
    <dgm:cxn modelId="{5E9B4FD7-9C33-4CD1-96FB-91CF84672E81}" type="presParOf" srcId="{922F7EE2-FDAC-42DE-BB0D-6FAD3535B609}" destId="{198C9A44-3791-4D4F-B357-DF1D143D93F8}" srcOrd="2" destOrd="0" presId="urn:microsoft.com/office/officeart/2018/2/layout/IconLabelDescriptionList"/>
    <dgm:cxn modelId="{AAD01CBA-7334-40E4-86ED-9196EDDE6F28}" type="presParOf" srcId="{922F7EE2-FDAC-42DE-BB0D-6FAD3535B609}" destId="{3E1E8BD2-E802-439A-AC2B-5F536ACE6770}" srcOrd="3" destOrd="0" presId="urn:microsoft.com/office/officeart/2018/2/layout/IconLabelDescriptionList"/>
    <dgm:cxn modelId="{B679F414-76C0-45EE-A307-6793DBEB8B41}" type="presParOf" srcId="{922F7EE2-FDAC-42DE-BB0D-6FAD3535B609}" destId="{F077BC94-2C02-4A50-BE3A-02325DC2A7E1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3BE0B49-8556-48FE-9E81-B35822100C80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F04E5EA7-070B-44B6-BB35-FB80692BB31E}">
      <dgm:prSet/>
      <dgm:spPr/>
      <dgm:t>
        <a:bodyPr/>
        <a:lstStyle/>
        <a:p>
          <a:pPr>
            <a:defRPr b="1"/>
          </a:pPr>
          <a:r>
            <a:rPr lang="en-US"/>
            <a:t>Mechanism to adjust batch size:</a:t>
          </a:r>
        </a:p>
      </dgm:t>
    </dgm:pt>
    <dgm:pt modelId="{D570EB79-7DB9-4510-A656-D49085099FF3}" type="parTrans" cxnId="{24FBC889-0455-4788-8BD3-12257D0E5805}">
      <dgm:prSet/>
      <dgm:spPr/>
      <dgm:t>
        <a:bodyPr/>
        <a:lstStyle/>
        <a:p>
          <a:endParaRPr lang="en-US"/>
        </a:p>
      </dgm:t>
    </dgm:pt>
    <dgm:pt modelId="{E026BF55-9E3F-4597-9AB2-93B898AAE631}" type="sibTrans" cxnId="{24FBC889-0455-4788-8BD3-12257D0E5805}">
      <dgm:prSet/>
      <dgm:spPr/>
      <dgm:t>
        <a:bodyPr/>
        <a:lstStyle/>
        <a:p>
          <a:endParaRPr lang="en-US"/>
        </a:p>
      </dgm:t>
    </dgm:pt>
    <dgm:pt modelId="{A9BDFB53-7E66-4B89-A54F-C4408FFE31B1}">
      <dgm:prSet/>
      <dgm:spPr/>
      <dgm:t>
        <a:bodyPr/>
        <a:lstStyle/>
        <a:p>
          <a:r>
            <a:rPr lang="en-US"/>
            <a:t>Increase size for fast tasks.</a:t>
          </a:r>
        </a:p>
      </dgm:t>
    </dgm:pt>
    <dgm:pt modelId="{ABA51279-2AB4-4C8C-80E9-EA4D43B9E657}" type="parTrans" cxnId="{7DE500A7-8B84-4965-92AA-3431776A2085}">
      <dgm:prSet/>
      <dgm:spPr/>
      <dgm:t>
        <a:bodyPr/>
        <a:lstStyle/>
        <a:p>
          <a:endParaRPr lang="en-US"/>
        </a:p>
      </dgm:t>
    </dgm:pt>
    <dgm:pt modelId="{ED550858-D717-4D18-B9AE-627C5EE82553}" type="sibTrans" cxnId="{7DE500A7-8B84-4965-92AA-3431776A2085}">
      <dgm:prSet/>
      <dgm:spPr/>
      <dgm:t>
        <a:bodyPr/>
        <a:lstStyle/>
        <a:p>
          <a:endParaRPr lang="en-US"/>
        </a:p>
      </dgm:t>
    </dgm:pt>
    <dgm:pt modelId="{6842544A-DA11-4113-8BBC-6972A6961558}">
      <dgm:prSet/>
      <dgm:spPr/>
      <dgm:t>
        <a:bodyPr/>
        <a:lstStyle/>
        <a:p>
          <a:r>
            <a:rPr lang="en-US"/>
            <a:t>Decrease size for slow tasks.</a:t>
          </a:r>
        </a:p>
      </dgm:t>
    </dgm:pt>
    <dgm:pt modelId="{3B9016A2-2D50-4F9E-8150-620E5C765EF9}" type="parTrans" cxnId="{16977721-4897-42DD-A165-07E6076C5974}">
      <dgm:prSet/>
      <dgm:spPr/>
      <dgm:t>
        <a:bodyPr/>
        <a:lstStyle/>
        <a:p>
          <a:endParaRPr lang="en-US"/>
        </a:p>
      </dgm:t>
    </dgm:pt>
    <dgm:pt modelId="{920D3171-D52D-42BD-AF17-791F8474D2D8}" type="sibTrans" cxnId="{16977721-4897-42DD-A165-07E6076C5974}">
      <dgm:prSet/>
      <dgm:spPr/>
      <dgm:t>
        <a:bodyPr/>
        <a:lstStyle/>
        <a:p>
          <a:endParaRPr lang="en-US"/>
        </a:p>
      </dgm:t>
    </dgm:pt>
    <dgm:pt modelId="{906570A1-117E-4075-BCCB-42ABF95FDE99}">
      <dgm:prSet/>
      <dgm:spPr/>
      <dgm:t>
        <a:bodyPr/>
        <a:lstStyle/>
        <a:p>
          <a:pPr>
            <a:defRPr b="1"/>
          </a:pPr>
          <a:r>
            <a:rPr lang="en-US"/>
            <a:t>Benefits:</a:t>
          </a:r>
        </a:p>
      </dgm:t>
    </dgm:pt>
    <dgm:pt modelId="{0EF8C787-A50A-42D1-BA83-96E7FF454BDC}" type="parTrans" cxnId="{69AFA02F-7313-4864-8D00-54805D1398FE}">
      <dgm:prSet/>
      <dgm:spPr/>
      <dgm:t>
        <a:bodyPr/>
        <a:lstStyle/>
        <a:p>
          <a:endParaRPr lang="en-US"/>
        </a:p>
      </dgm:t>
    </dgm:pt>
    <dgm:pt modelId="{95399513-BD93-4259-A48D-720D018240BD}" type="sibTrans" cxnId="{69AFA02F-7313-4864-8D00-54805D1398FE}">
      <dgm:prSet/>
      <dgm:spPr/>
      <dgm:t>
        <a:bodyPr/>
        <a:lstStyle/>
        <a:p>
          <a:endParaRPr lang="en-US"/>
        </a:p>
      </dgm:t>
    </dgm:pt>
    <dgm:pt modelId="{90C2FC14-6CB3-4F82-9090-DCE22E163B88}">
      <dgm:prSet/>
      <dgm:spPr/>
      <dgm:t>
        <a:bodyPr/>
        <a:lstStyle/>
        <a:p>
          <a:r>
            <a:rPr lang="en-US"/>
            <a:t>Improved throughput.</a:t>
          </a:r>
        </a:p>
      </dgm:t>
    </dgm:pt>
    <dgm:pt modelId="{2B34F0A2-6718-495B-8233-8F7DDB3EFD59}" type="parTrans" cxnId="{C19D3ABA-76FA-43E1-93DD-4FFD83B9071A}">
      <dgm:prSet/>
      <dgm:spPr/>
      <dgm:t>
        <a:bodyPr/>
        <a:lstStyle/>
        <a:p>
          <a:endParaRPr lang="en-US"/>
        </a:p>
      </dgm:t>
    </dgm:pt>
    <dgm:pt modelId="{0193E736-FD4E-426F-9C37-6599C612F053}" type="sibTrans" cxnId="{C19D3ABA-76FA-43E1-93DD-4FFD83B9071A}">
      <dgm:prSet/>
      <dgm:spPr/>
      <dgm:t>
        <a:bodyPr/>
        <a:lstStyle/>
        <a:p>
          <a:endParaRPr lang="en-US"/>
        </a:p>
      </dgm:t>
    </dgm:pt>
    <dgm:pt modelId="{580C0C8E-94DD-419C-9B89-F44D23EB4E36}">
      <dgm:prSet/>
      <dgm:spPr/>
      <dgm:t>
        <a:bodyPr/>
        <a:lstStyle/>
        <a:p>
          <a:r>
            <a:rPr lang="en-US"/>
            <a:t>Balanced workload distribution.</a:t>
          </a:r>
        </a:p>
      </dgm:t>
    </dgm:pt>
    <dgm:pt modelId="{2E03A2BB-8311-409E-B054-F0A932E88B8C}" type="parTrans" cxnId="{D1532B83-1665-4E41-9C78-11F826F53F65}">
      <dgm:prSet/>
      <dgm:spPr/>
      <dgm:t>
        <a:bodyPr/>
        <a:lstStyle/>
        <a:p>
          <a:endParaRPr lang="en-US"/>
        </a:p>
      </dgm:t>
    </dgm:pt>
    <dgm:pt modelId="{8075944D-F1B8-4A3C-8D5A-62817186FA7E}" type="sibTrans" cxnId="{D1532B83-1665-4E41-9C78-11F826F53F65}">
      <dgm:prSet/>
      <dgm:spPr/>
      <dgm:t>
        <a:bodyPr/>
        <a:lstStyle/>
        <a:p>
          <a:endParaRPr lang="en-US"/>
        </a:p>
      </dgm:t>
    </dgm:pt>
    <dgm:pt modelId="{808E73EA-C7CA-4E2D-82E1-1255752C8A57}">
      <dgm:prSet/>
      <dgm:spPr/>
      <dgm:t>
        <a:bodyPr/>
        <a:lstStyle/>
        <a:p>
          <a:pPr>
            <a:defRPr b="1"/>
          </a:pPr>
          <a:r>
            <a:rPr lang="en-US"/>
            <a:t>Code Reference:</a:t>
          </a:r>
        </a:p>
      </dgm:t>
    </dgm:pt>
    <dgm:pt modelId="{E2B32124-6079-467C-B20B-036DD6DF941A}" type="parTrans" cxnId="{47751AB2-E900-4779-943A-15BEA4B86F04}">
      <dgm:prSet/>
      <dgm:spPr/>
      <dgm:t>
        <a:bodyPr/>
        <a:lstStyle/>
        <a:p>
          <a:endParaRPr lang="en-US"/>
        </a:p>
      </dgm:t>
    </dgm:pt>
    <dgm:pt modelId="{C0911400-8060-4CEA-86CA-07B6C02E8086}" type="sibTrans" cxnId="{47751AB2-E900-4779-943A-15BEA4B86F04}">
      <dgm:prSet/>
      <dgm:spPr/>
      <dgm:t>
        <a:bodyPr/>
        <a:lstStyle/>
        <a:p>
          <a:endParaRPr lang="en-US"/>
        </a:p>
      </dgm:t>
    </dgm:pt>
    <dgm:pt modelId="{BEE7014A-7707-4DFD-B42C-1D01F975F356}">
      <dgm:prSet/>
      <dgm:spPr/>
      <dgm:t>
        <a:bodyPr/>
        <a:lstStyle/>
        <a:p>
          <a:r>
            <a:rPr lang="en-US"/>
            <a:t>adjustBatchSize() in DependencyMiner.</a:t>
          </a:r>
        </a:p>
      </dgm:t>
    </dgm:pt>
    <dgm:pt modelId="{8C6B3438-FC45-469F-8F25-7BE225AE55F5}" type="parTrans" cxnId="{BC62DB12-E88F-4D22-B2A4-09D61F4CF57E}">
      <dgm:prSet/>
      <dgm:spPr/>
      <dgm:t>
        <a:bodyPr/>
        <a:lstStyle/>
        <a:p>
          <a:endParaRPr lang="en-US"/>
        </a:p>
      </dgm:t>
    </dgm:pt>
    <dgm:pt modelId="{48254713-26F5-4636-8EF1-1C9B241E5FAC}" type="sibTrans" cxnId="{BC62DB12-E88F-4D22-B2A4-09D61F4CF57E}">
      <dgm:prSet/>
      <dgm:spPr/>
      <dgm:t>
        <a:bodyPr/>
        <a:lstStyle/>
        <a:p>
          <a:endParaRPr lang="en-US"/>
        </a:p>
      </dgm:t>
    </dgm:pt>
    <dgm:pt modelId="{1F02E2F4-D883-411C-9DA7-4CA821DCC0EE}" type="pres">
      <dgm:prSet presAssocID="{73BE0B49-8556-48FE-9E81-B35822100C80}" presName="root" presStyleCnt="0">
        <dgm:presLayoutVars>
          <dgm:dir/>
          <dgm:resizeHandles val="exact"/>
        </dgm:presLayoutVars>
      </dgm:prSet>
      <dgm:spPr/>
    </dgm:pt>
    <dgm:pt modelId="{1FF11B81-9FA7-4DC4-A1DC-E9DF7E43B7A8}" type="pres">
      <dgm:prSet presAssocID="{F04E5EA7-070B-44B6-BB35-FB80692BB31E}" presName="compNode" presStyleCnt="0"/>
      <dgm:spPr/>
    </dgm:pt>
    <dgm:pt modelId="{13043B4C-19FD-415E-A517-0A0999838138}" type="pres">
      <dgm:prSet presAssocID="{F04E5EA7-070B-44B6-BB35-FB80692BB31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7AC6F89A-62E6-49B7-9D71-22C7C7D18B59}" type="pres">
      <dgm:prSet presAssocID="{F04E5EA7-070B-44B6-BB35-FB80692BB31E}" presName="iconSpace" presStyleCnt="0"/>
      <dgm:spPr/>
    </dgm:pt>
    <dgm:pt modelId="{8FB8CA40-BB99-415B-A2FE-24DDE0AF72D5}" type="pres">
      <dgm:prSet presAssocID="{F04E5EA7-070B-44B6-BB35-FB80692BB31E}" presName="parTx" presStyleLbl="revTx" presStyleIdx="0" presStyleCnt="6">
        <dgm:presLayoutVars>
          <dgm:chMax val="0"/>
          <dgm:chPref val="0"/>
        </dgm:presLayoutVars>
      </dgm:prSet>
      <dgm:spPr/>
    </dgm:pt>
    <dgm:pt modelId="{FE938482-8239-43BB-A38F-CAFA8A9B84CA}" type="pres">
      <dgm:prSet presAssocID="{F04E5EA7-070B-44B6-BB35-FB80692BB31E}" presName="txSpace" presStyleCnt="0"/>
      <dgm:spPr/>
    </dgm:pt>
    <dgm:pt modelId="{C0C51523-61FB-4AB3-AC85-AC84B649ABCA}" type="pres">
      <dgm:prSet presAssocID="{F04E5EA7-070B-44B6-BB35-FB80692BB31E}" presName="desTx" presStyleLbl="revTx" presStyleIdx="1" presStyleCnt="6">
        <dgm:presLayoutVars/>
      </dgm:prSet>
      <dgm:spPr/>
    </dgm:pt>
    <dgm:pt modelId="{AF34CED4-62E6-4DCD-96FA-40B90517081A}" type="pres">
      <dgm:prSet presAssocID="{E026BF55-9E3F-4597-9AB2-93B898AAE631}" presName="sibTrans" presStyleCnt="0"/>
      <dgm:spPr/>
    </dgm:pt>
    <dgm:pt modelId="{D3A399E8-B6C4-4CBE-8FA9-7E9FC9BE61DE}" type="pres">
      <dgm:prSet presAssocID="{906570A1-117E-4075-BCCB-42ABF95FDE99}" presName="compNode" presStyleCnt="0"/>
      <dgm:spPr/>
    </dgm:pt>
    <dgm:pt modelId="{5E5EC991-C4F7-410A-98AA-F2C0C9516D8D}" type="pres">
      <dgm:prSet presAssocID="{906570A1-117E-4075-BCCB-42ABF95FDE9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3A2D1688-2D80-4376-B651-A89811EEF3B5}" type="pres">
      <dgm:prSet presAssocID="{906570A1-117E-4075-BCCB-42ABF95FDE99}" presName="iconSpace" presStyleCnt="0"/>
      <dgm:spPr/>
    </dgm:pt>
    <dgm:pt modelId="{D27F5406-E1CF-464C-A1AE-6E7BD02049A9}" type="pres">
      <dgm:prSet presAssocID="{906570A1-117E-4075-BCCB-42ABF95FDE99}" presName="parTx" presStyleLbl="revTx" presStyleIdx="2" presStyleCnt="6">
        <dgm:presLayoutVars>
          <dgm:chMax val="0"/>
          <dgm:chPref val="0"/>
        </dgm:presLayoutVars>
      </dgm:prSet>
      <dgm:spPr/>
    </dgm:pt>
    <dgm:pt modelId="{2929B906-0092-4304-A729-7677CBE0529B}" type="pres">
      <dgm:prSet presAssocID="{906570A1-117E-4075-BCCB-42ABF95FDE99}" presName="txSpace" presStyleCnt="0"/>
      <dgm:spPr/>
    </dgm:pt>
    <dgm:pt modelId="{0F8AECDB-E824-40A5-B944-F76780E8EF51}" type="pres">
      <dgm:prSet presAssocID="{906570A1-117E-4075-BCCB-42ABF95FDE99}" presName="desTx" presStyleLbl="revTx" presStyleIdx="3" presStyleCnt="6">
        <dgm:presLayoutVars/>
      </dgm:prSet>
      <dgm:spPr/>
    </dgm:pt>
    <dgm:pt modelId="{D103346F-1FBC-45DA-BBA2-F87FEE34C562}" type="pres">
      <dgm:prSet presAssocID="{95399513-BD93-4259-A48D-720D018240BD}" presName="sibTrans" presStyleCnt="0"/>
      <dgm:spPr/>
    </dgm:pt>
    <dgm:pt modelId="{5AC14466-D942-4279-8B10-ECA44F109407}" type="pres">
      <dgm:prSet presAssocID="{808E73EA-C7CA-4E2D-82E1-1255752C8A57}" presName="compNode" presStyleCnt="0"/>
      <dgm:spPr/>
    </dgm:pt>
    <dgm:pt modelId="{3A6148B5-3C6B-4117-B526-62D5FA8A9981}" type="pres">
      <dgm:prSet presAssocID="{808E73EA-C7CA-4E2D-82E1-1255752C8A5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0D5AE058-3C41-44AF-B240-D9FBCE466539}" type="pres">
      <dgm:prSet presAssocID="{808E73EA-C7CA-4E2D-82E1-1255752C8A57}" presName="iconSpace" presStyleCnt="0"/>
      <dgm:spPr/>
    </dgm:pt>
    <dgm:pt modelId="{83FD9D6E-1008-4135-B3E9-82996248AE3B}" type="pres">
      <dgm:prSet presAssocID="{808E73EA-C7CA-4E2D-82E1-1255752C8A57}" presName="parTx" presStyleLbl="revTx" presStyleIdx="4" presStyleCnt="6">
        <dgm:presLayoutVars>
          <dgm:chMax val="0"/>
          <dgm:chPref val="0"/>
        </dgm:presLayoutVars>
      </dgm:prSet>
      <dgm:spPr/>
    </dgm:pt>
    <dgm:pt modelId="{7A1B3B4D-3E7D-43CE-A654-FA93FC78EDE5}" type="pres">
      <dgm:prSet presAssocID="{808E73EA-C7CA-4E2D-82E1-1255752C8A57}" presName="txSpace" presStyleCnt="0"/>
      <dgm:spPr/>
    </dgm:pt>
    <dgm:pt modelId="{690CCD62-ECC9-468C-8261-997D3C11169A}" type="pres">
      <dgm:prSet presAssocID="{808E73EA-C7CA-4E2D-82E1-1255752C8A57}" presName="desTx" presStyleLbl="revTx" presStyleIdx="5" presStyleCnt="6">
        <dgm:presLayoutVars/>
      </dgm:prSet>
      <dgm:spPr/>
    </dgm:pt>
  </dgm:ptLst>
  <dgm:cxnLst>
    <dgm:cxn modelId="{DF652212-2D05-4F2F-99D8-1A6E5B613F13}" type="presOf" srcId="{6842544A-DA11-4113-8BBC-6972A6961558}" destId="{C0C51523-61FB-4AB3-AC85-AC84B649ABCA}" srcOrd="0" destOrd="1" presId="urn:microsoft.com/office/officeart/2018/2/layout/IconLabelDescriptionList"/>
    <dgm:cxn modelId="{BC62DB12-E88F-4D22-B2A4-09D61F4CF57E}" srcId="{808E73EA-C7CA-4E2D-82E1-1255752C8A57}" destId="{BEE7014A-7707-4DFD-B42C-1D01F975F356}" srcOrd="0" destOrd="0" parTransId="{8C6B3438-FC45-469F-8F25-7BE225AE55F5}" sibTransId="{48254713-26F5-4636-8EF1-1C9B241E5FAC}"/>
    <dgm:cxn modelId="{26632F1B-65A0-47B7-82EA-898E8A1A53AB}" type="presOf" srcId="{808E73EA-C7CA-4E2D-82E1-1255752C8A57}" destId="{83FD9D6E-1008-4135-B3E9-82996248AE3B}" srcOrd="0" destOrd="0" presId="urn:microsoft.com/office/officeart/2018/2/layout/IconLabelDescriptionList"/>
    <dgm:cxn modelId="{16977721-4897-42DD-A165-07E6076C5974}" srcId="{F04E5EA7-070B-44B6-BB35-FB80692BB31E}" destId="{6842544A-DA11-4113-8BBC-6972A6961558}" srcOrd="1" destOrd="0" parTransId="{3B9016A2-2D50-4F9E-8150-620E5C765EF9}" sibTransId="{920D3171-D52D-42BD-AF17-791F8474D2D8}"/>
    <dgm:cxn modelId="{69AFA02F-7313-4864-8D00-54805D1398FE}" srcId="{73BE0B49-8556-48FE-9E81-B35822100C80}" destId="{906570A1-117E-4075-BCCB-42ABF95FDE99}" srcOrd="1" destOrd="0" parTransId="{0EF8C787-A50A-42D1-BA83-96E7FF454BDC}" sibTransId="{95399513-BD93-4259-A48D-720D018240BD}"/>
    <dgm:cxn modelId="{1987F93A-2B5B-457E-8A9A-4181B76E6590}" type="presOf" srcId="{90C2FC14-6CB3-4F82-9090-DCE22E163B88}" destId="{0F8AECDB-E824-40A5-B944-F76780E8EF51}" srcOrd="0" destOrd="0" presId="urn:microsoft.com/office/officeart/2018/2/layout/IconLabelDescriptionList"/>
    <dgm:cxn modelId="{AFCDF95C-D3B5-47D0-9A6A-B3D4276FA765}" type="presOf" srcId="{906570A1-117E-4075-BCCB-42ABF95FDE99}" destId="{D27F5406-E1CF-464C-A1AE-6E7BD02049A9}" srcOrd="0" destOrd="0" presId="urn:microsoft.com/office/officeart/2018/2/layout/IconLabelDescriptionList"/>
    <dgm:cxn modelId="{34C25560-B4C3-487D-8EEF-8EBBF4976755}" type="presOf" srcId="{580C0C8E-94DD-419C-9B89-F44D23EB4E36}" destId="{0F8AECDB-E824-40A5-B944-F76780E8EF51}" srcOrd="0" destOrd="1" presId="urn:microsoft.com/office/officeart/2018/2/layout/IconLabelDescriptionList"/>
    <dgm:cxn modelId="{1B6BB44B-1B5B-40C6-ABEB-58250B7FE339}" type="presOf" srcId="{73BE0B49-8556-48FE-9E81-B35822100C80}" destId="{1F02E2F4-D883-411C-9DA7-4CA821DCC0EE}" srcOrd="0" destOrd="0" presId="urn:microsoft.com/office/officeart/2018/2/layout/IconLabelDescriptionList"/>
    <dgm:cxn modelId="{D1532B83-1665-4E41-9C78-11F826F53F65}" srcId="{906570A1-117E-4075-BCCB-42ABF95FDE99}" destId="{580C0C8E-94DD-419C-9B89-F44D23EB4E36}" srcOrd="1" destOrd="0" parTransId="{2E03A2BB-8311-409E-B054-F0A932E88B8C}" sibTransId="{8075944D-F1B8-4A3C-8D5A-62817186FA7E}"/>
    <dgm:cxn modelId="{20097084-DCC5-4878-ABCC-ADBF5A2973FD}" type="presOf" srcId="{BEE7014A-7707-4DFD-B42C-1D01F975F356}" destId="{690CCD62-ECC9-468C-8261-997D3C11169A}" srcOrd="0" destOrd="0" presId="urn:microsoft.com/office/officeart/2018/2/layout/IconLabelDescriptionList"/>
    <dgm:cxn modelId="{24FBC889-0455-4788-8BD3-12257D0E5805}" srcId="{73BE0B49-8556-48FE-9E81-B35822100C80}" destId="{F04E5EA7-070B-44B6-BB35-FB80692BB31E}" srcOrd="0" destOrd="0" parTransId="{D570EB79-7DB9-4510-A656-D49085099FF3}" sibTransId="{E026BF55-9E3F-4597-9AB2-93B898AAE631}"/>
    <dgm:cxn modelId="{7DE500A7-8B84-4965-92AA-3431776A2085}" srcId="{F04E5EA7-070B-44B6-BB35-FB80692BB31E}" destId="{A9BDFB53-7E66-4B89-A54F-C4408FFE31B1}" srcOrd="0" destOrd="0" parTransId="{ABA51279-2AB4-4C8C-80E9-EA4D43B9E657}" sibTransId="{ED550858-D717-4D18-B9AE-627C5EE82553}"/>
    <dgm:cxn modelId="{47751AB2-E900-4779-943A-15BEA4B86F04}" srcId="{73BE0B49-8556-48FE-9E81-B35822100C80}" destId="{808E73EA-C7CA-4E2D-82E1-1255752C8A57}" srcOrd="2" destOrd="0" parTransId="{E2B32124-6079-467C-B20B-036DD6DF941A}" sibTransId="{C0911400-8060-4CEA-86CA-07B6C02E8086}"/>
    <dgm:cxn modelId="{C19D3ABA-76FA-43E1-93DD-4FFD83B9071A}" srcId="{906570A1-117E-4075-BCCB-42ABF95FDE99}" destId="{90C2FC14-6CB3-4F82-9090-DCE22E163B88}" srcOrd="0" destOrd="0" parTransId="{2B34F0A2-6718-495B-8233-8F7DDB3EFD59}" sibTransId="{0193E736-FD4E-426F-9C37-6599C612F053}"/>
    <dgm:cxn modelId="{C037F3E7-718E-4ED5-8A2C-666138E289F6}" type="presOf" srcId="{A9BDFB53-7E66-4B89-A54F-C4408FFE31B1}" destId="{C0C51523-61FB-4AB3-AC85-AC84B649ABCA}" srcOrd="0" destOrd="0" presId="urn:microsoft.com/office/officeart/2018/2/layout/IconLabelDescriptionList"/>
    <dgm:cxn modelId="{E6CBD0F1-CF70-4C3F-AC7B-41CE25A88166}" type="presOf" srcId="{F04E5EA7-070B-44B6-BB35-FB80692BB31E}" destId="{8FB8CA40-BB99-415B-A2FE-24DDE0AF72D5}" srcOrd="0" destOrd="0" presId="urn:microsoft.com/office/officeart/2018/2/layout/IconLabelDescriptionList"/>
    <dgm:cxn modelId="{E7EF29C0-4929-48C2-A8C2-1FCB0F80EA08}" type="presParOf" srcId="{1F02E2F4-D883-411C-9DA7-4CA821DCC0EE}" destId="{1FF11B81-9FA7-4DC4-A1DC-E9DF7E43B7A8}" srcOrd="0" destOrd="0" presId="urn:microsoft.com/office/officeart/2018/2/layout/IconLabelDescriptionList"/>
    <dgm:cxn modelId="{6881EB18-94DD-4F87-87A5-AC7F81946EF5}" type="presParOf" srcId="{1FF11B81-9FA7-4DC4-A1DC-E9DF7E43B7A8}" destId="{13043B4C-19FD-415E-A517-0A0999838138}" srcOrd="0" destOrd="0" presId="urn:microsoft.com/office/officeart/2018/2/layout/IconLabelDescriptionList"/>
    <dgm:cxn modelId="{F3DA7471-B409-4D17-9EEA-C1BEB12EDD08}" type="presParOf" srcId="{1FF11B81-9FA7-4DC4-A1DC-E9DF7E43B7A8}" destId="{7AC6F89A-62E6-49B7-9D71-22C7C7D18B59}" srcOrd="1" destOrd="0" presId="urn:microsoft.com/office/officeart/2018/2/layout/IconLabelDescriptionList"/>
    <dgm:cxn modelId="{E4C8461D-BA2B-410E-AD57-4CF8EDE3C4CC}" type="presParOf" srcId="{1FF11B81-9FA7-4DC4-A1DC-E9DF7E43B7A8}" destId="{8FB8CA40-BB99-415B-A2FE-24DDE0AF72D5}" srcOrd="2" destOrd="0" presId="urn:microsoft.com/office/officeart/2018/2/layout/IconLabelDescriptionList"/>
    <dgm:cxn modelId="{45869920-C1FC-4B5B-9E34-1642D5EA0D47}" type="presParOf" srcId="{1FF11B81-9FA7-4DC4-A1DC-E9DF7E43B7A8}" destId="{FE938482-8239-43BB-A38F-CAFA8A9B84CA}" srcOrd="3" destOrd="0" presId="urn:microsoft.com/office/officeart/2018/2/layout/IconLabelDescriptionList"/>
    <dgm:cxn modelId="{68109E9E-11F6-4169-B550-8826933649F1}" type="presParOf" srcId="{1FF11B81-9FA7-4DC4-A1DC-E9DF7E43B7A8}" destId="{C0C51523-61FB-4AB3-AC85-AC84B649ABCA}" srcOrd="4" destOrd="0" presId="urn:microsoft.com/office/officeart/2018/2/layout/IconLabelDescriptionList"/>
    <dgm:cxn modelId="{46E636C7-7F15-451F-A839-9032F6CB04BE}" type="presParOf" srcId="{1F02E2F4-D883-411C-9DA7-4CA821DCC0EE}" destId="{AF34CED4-62E6-4DCD-96FA-40B90517081A}" srcOrd="1" destOrd="0" presId="urn:microsoft.com/office/officeart/2018/2/layout/IconLabelDescriptionList"/>
    <dgm:cxn modelId="{9E0B5FD1-D326-4456-BAEA-9D358A07B98C}" type="presParOf" srcId="{1F02E2F4-D883-411C-9DA7-4CA821DCC0EE}" destId="{D3A399E8-B6C4-4CBE-8FA9-7E9FC9BE61DE}" srcOrd="2" destOrd="0" presId="urn:microsoft.com/office/officeart/2018/2/layout/IconLabelDescriptionList"/>
    <dgm:cxn modelId="{D81975AD-D9EC-48A2-A685-0C880DFDD560}" type="presParOf" srcId="{D3A399E8-B6C4-4CBE-8FA9-7E9FC9BE61DE}" destId="{5E5EC991-C4F7-410A-98AA-F2C0C9516D8D}" srcOrd="0" destOrd="0" presId="urn:microsoft.com/office/officeart/2018/2/layout/IconLabelDescriptionList"/>
    <dgm:cxn modelId="{7D144DFC-8EC8-4E11-9226-675D9A608A82}" type="presParOf" srcId="{D3A399E8-B6C4-4CBE-8FA9-7E9FC9BE61DE}" destId="{3A2D1688-2D80-4376-B651-A89811EEF3B5}" srcOrd="1" destOrd="0" presId="urn:microsoft.com/office/officeart/2018/2/layout/IconLabelDescriptionList"/>
    <dgm:cxn modelId="{ACA4D620-7540-48FB-874D-C6C5F395CAF9}" type="presParOf" srcId="{D3A399E8-B6C4-4CBE-8FA9-7E9FC9BE61DE}" destId="{D27F5406-E1CF-464C-A1AE-6E7BD02049A9}" srcOrd="2" destOrd="0" presId="urn:microsoft.com/office/officeart/2018/2/layout/IconLabelDescriptionList"/>
    <dgm:cxn modelId="{786F4AD5-1723-4B0C-83C7-FD93E135D383}" type="presParOf" srcId="{D3A399E8-B6C4-4CBE-8FA9-7E9FC9BE61DE}" destId="{2929B906-0092-4304-A729-7677CBE0529B}" srcOrd="3" destOrd="0" presId="urn:microsoft.com/office/officeart/2018/2/layout/IconLabelDescriptionList"/>
    <dgm:cxn modelId="{46F532F4-3BB2-4D4F-9C1A-E3B81E4A4C1C}" type="presParOf" srcId="{D3A399E8-B6C4-4CBE-8FA9-7E9FC9BE61DE}" destId="{0F8AECDB-E824-40A5-B944-F76780E8EF51}" srcOrd="4" destOrd="0" presId="urn:microsoft.com/office/officeart/2018/2/layout/IconLabelDescriptionList"/>
    <dgm:cxn modelId="{35186F68-554A-4809-95E2-209C97F1F1F6}" type="presParOf" srcId="{1F02E2F4-D883-411C-9DA7-4CA821DCC0EE}" destId="{D103346F-1FBC-45DA-BBA2-F87FEE34C562}" srcOrd="3" destOrd="0" presId="urn:microsoft.com/office/officeart/2018/2/layout/IconLabelDescriptionList"/>
    <dgm:cxn modelId="{37DF4891-4BAD-45C1-A676-64945A8219EC}" type="presParOf" srcId="{1F02E2F4-D883-411C-9DA7-4CA821DCC0EE}" destId="{5AC14466-D942-4279-8B10-ECA44F109407}" srcOrd="4" destOrd="0" presId="urn:microsoft.com/office/officeart/2018/2/layout/IconLabelDescriptionList"/>
    <dgm:cxn modelId="{830620D8-DCC2-483B-92B4-250064CA37A7}" type="presParOf" srcId="{5AC14466-D942-4279-8B10-ECA44F109407}" destId="{3A6148B5-3C6B-4117-B526-62D5FA8A9981}" srcOrd="0" destOrd="0" presId="urn:microsoft.com/office/officeart/2018/2/layout/IconLabelDescriptionList"/>
    <dgm:cxn modelId="{3485364A-5B96-4368-B595-BADC2DA7CEA5}" type="presParOf" srcId="{5AC14466-D942-4279-8B10-ECA44F109407}" destId="{0D5AE058-3C41-44AF-B240-D9FBCE466539}" srcOrd="1" destOrd="0" presId="urn:microsoft.com/office/officeart/2018/2/layout/IconLabelDescriptionList"/>
    <dgm:cxn modelId="{8EB50864-DFEE-4CBE-A40A-5AE8C1B8E9CB}" type="presParOf" srcId="{5AC14466-D942-4279-8B10-ECA44F109407}" destId="{83FD9D6E-1008-4135-B3E9-82996248AE3B}" srcOrd="2" destOrd="0" presId="urn:microsoft.com/office/officeart/2018/2/layout/IconLabelDescriptionList"/>
    <dgm:cxn modelId="{4A63ED80-FA95-4906-9ACD-4D0F738AF73C}" type="presParOf" srcId="{5AC14466-D942-4279-8B10-ECA44F109407}" destId="{7A1B3B4D-3E7D-43CE-A654-FA93FC78EDE5}" srcOrd="3" destOrd="0" presId="urn:microsoft.com/office/officeart/2018/2/layout/IconLabelDescriptionList"/>
    <dgm:cxn modelId="{AA3F38C8-99F9-4C6F-954B-7383EEFD6282}" type="presParOf" srcId="{5AC14466-D942-4279-8B10-ECA44F109407}" destId="{690CCD62-ECC9-468C-8261-997D3C11169A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DFDC056-4F98-4BC6-AA78-5D112BE7391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accent4_2" csCatId="accent4" phldr="1"/>
      <dgm:spPr/>
      <dgm:t>
        <a:bodyPr/>
        <a:lstStyle/>
        <a:p>
          <a:endParaRPr lang="en-US"/>
        </a:p>
      </dgm:t>
    </dgm:pt>
    <dgm:pt modelId="{0BCD734F-BB04-407A-8E1F-3CDF32BE28CA}">
      <dgm:prSet/>
      <dgm:spPr/>
      <dgm:t>
        <a:bodyPr/>
        <a:lstStyle/>
        <a:p>
          <a:pPr>
            <a:defRPr cap="all"/>
          </a:pPr>
          <a:r>
            <a:rPr lang="en-US"/>
            <a:t>Redundant task elimination.</a:t>
          </a:r>
        </a:p>
      </dgm:t>
    </dgm:pt>
    <dgm:pt modelId="{24D4A6EE-E0B5-4A0C-A6DB-189A5CD86DAD}" type="parTrans" cxnId="{F376C8D5-6744-4DF2-8046-583CA4CCF95B}">
      <dgm:prSet/>
      <dgm:spPr/>
      <dgm:t>
        <a:bodyPr/>
        <a:lstStyle/>
        <a:p>
          <a:endParaRPr lang="en-US"/>
        </a:p>
      </dgm:t>
    </dgm:pt>
    <dgm:pt modelId="{179F69E4-AAEB-4677-A061-76AFDD3D70F2}" type="sibTrans" cxnId="{F376C8D5-6744-4DF2-8046-583CA4CCF95B}">
      <dgm:prSet/>
      <dgm:spPr/>
      <dgm:t>
        <a:bodyPr/>
        <a:lstStyle/>
        <a:p>
          <a:endParaRPr lang="en-US"/>
        </a:p>
      </dgm:t>
    </dgm:pt>
    <dgm:pt modelId="{8558F568-E4C2-49A6-848C-4052A1901870}">
      <dgm:prSet/>
      <dgm:spPr/>
      <dgm:t>
        <a:bodyPr/>
        <a:lstStyle/>
        <a:p>
          <a:pPr>
            <a:defRPr cap="all"/>
          </a:pPr>
          <a:r>
            <a:rPr lang="en-US"/>
            <a:t>Dynamic worker-task load balancing.</a:t>
          </a:r>
        </a:p>
      </dgm:t>
    </dgm:pt>
    <dgm:pt modelId="{732D5E8E-60BB-47B1-AFAF-7CAF0559674C}" type="parTrans" cxnId="{E4DCD5F9-9F9B-4572-A22E-749788D0A303}">
      <dgm:prSet/>
      <dgm:spPr/>
      <dgm:t>
        <a:bodyPr/>
        <a:lstStyle/>
        <a:p>
          <a:endParaRPr lang="en-US"/>
        </a:p>
      </dgm:t>
    </dgm:pt>
    <dgm:pt modelId="{55DD7BAC-3C47-4C5D-B20D-8D1D97C57EB2}" type="sibTrans" cxnId="{E4DCD5F9-9F9B-4572-A22E-749788D0A303}">
      <dgm:prSet/>
      <dgm:spPr/>
      <dgm:t>
        <a:bodyPr/>
        <a:lstStyle/>
        <a:p>
          <a:endParaRPr lang="en-US"/>
        </a:p>
      </dgm:t>
    </dgm:pt>
    <dgm:pt modelId="{0DCE5501-FCB6-4DA8-9288-8BA65EC70D55}">
      <dgm:prSet/>
      <dgm:spPr/>
      <dgm:t>
        <a:bodyPr/>
        <a:lstStyle/>
        <a:p>
          <a:pPr>
            <a:defRPr cap="all"/>
          </a:pPr>
          <a:r>
            <a:rPr lang="en-US"/>
            <a:t>Efficient resource utilization through graceful shutdown.</a:t>
          </a:r>
        </a:p>
      </dgm:t>
    </dgm:pt>
    <dgm:pt modelId="{5A7AF209-A24B-4566-9635-2629F4E443FB}" type="parTrans" cxnId="{069819A7-6D3A-4C94-9B86-BBC8085F38A0}">
      <dgm:prSet/>
      <dgm:spPr/>
      <dgm:t>
        <a:bodyPr/>
        <a:lstStyle/>
        <a:p>
          <a:endParaRPr lang="en-US"/>
        </a:p>
      </dgm:t>
    </dgm:pt>
    <dgm:pt modelId="{BBD49539-D80A-4F1C-B3B7-EB2573AD026C}" type="sibTrans" cxnId="{069819A7-6D3A-4C94-9B86-BBC8085F38A0}">
      <dgm:prSet/>
      <dgm:spPr/>
      <dgm:t>
        <a:bodyPr/>
        <a:lstStyle/>
        <a:p>
          <a:endParaRPr lang="en-US"/>
        </a:p>
      </dgm:t>
    </dgm:pt>
    <dgm:pt modelId="{9AFBA081-12DF-46BB-A45A-013405614747}" type="pres">
      <dgm:prSet presAssocID="{FDFDC056-4F98-4BC6-AA78-5D112BE73918}" presName="root" presStyleCnt="0">
        <dgm:presLayoutVars>
          <dgm:dir/>
          <dgm:resizeHandles val="exact"/>
        </dgm:presLayoutVars>
      </dgm:prSet>
      <dgm:spPr/>
    </dgm:pt>
    <dgm:pt modelId="{3F1A36B5-49F9-46DD-A479-299B42FD70EF}" type="pres">
      <dgm:prSet presAssocID="{0BCD734F-BB04-407A-8E1F-3CDF32BE28CA}" presName="compNode" presStyleCnt="0"/>
      <dgm:spPr/>
    </dgm:pt>
    <dgm:pt modelId="{8F218A90-687D-4E6A-8E22-24C49075D363}" type="pres">
      <dgm:prSet presAssocID="{0BCD734F-BB04-407A-8E1F-3CDF32BE28CA}" presName="iconBgRect" presStyleLbl="bgShp" presStyleIdx="0" presStyleCnt="3"/>
      <dgm:spPr/>
    </dgm:pt>
    <dgm:pt modelId="{89701D3F-C033-445A-B074-4A06A405B61A}" type="pres">
      <dgm:prSet presAssocID="{0BCD734F-BB04-407A-8E1F-3CDF32BE28C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0713D20F-399E-4C26-B6A3-422A37DCA496}" type="pres">
      <dgm:prSet presAssocID="{0BCD734F-BB04-407A-8E1F-3CDF32BE28CA}" presName="spaceRect" presStyleCnt="0"/>
      <dgm:spPr/>
    </dgm:pt>
    <dgm:pt modelId="{DA4CD9F5-5B5B-4661-A1F0-472B1CF8C265}" type="pres">
      <dgm:prSet presAssocID="{0BCD734F-BB04-407A-8E1F-3CDF32BE28CA}" presName="textRect" presStyleLbl="revTx" presStyleIdx="0" presStyleCnt="3">
        <dgm:presLayoutVars>
          <dgm:chMax val="1"/>
          <dgm:chPref val="1"/>
        </dgm:presLayoutVars>
      </dgm:prSet>
      <dgm:spPr/>
    </dgm:pt>
    <dgm:pt modelId="{6B6AFC07-3D26-4934-B726-7EF53A9D1A58}" type="pres">
      <dgm:prSet presAssocID="{179F69E4-AAEB-4677-A061-76AFDD3D70F2}" presName="sibTrans" presStyleCnt="0"/>
      <dgm:spPr/>
    </dgm:pt>
    <dgm:pt modelId="{666D0F32-8C83-45F2-B723-5634FB1FB362}" type="pres">
      <dgm:prSet presAssocID="{8558F568-E4C2-49A6-848C-4052A1901870}" presName="compNode" presStyleCnt="0"/>
      <dgm:spPr/>
    </dgm:pt>
    <dgm:pt modelId="{156BECD2-F112-4EF9-B964-D52410060687}" type="pres">
      <dgm:prSet presAssocID="{8558F568-E4C2-49A6-848C-4052A1901870}" presName="iconBgRect" presStyleLbl="bgShp" presStyleIdx="1" presStyleCnt="3"/>
      <dgm:spPr/>
    </dgm:pt>
    <dgm:pt modelId="{749EDA13-9539-431D-89BF-C19222D65CD2}" type="pres">
      <dgm:prSet presAssocID="{8558F568-E4C2-49A6-848C-4052A190187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86BAEAD7-8E25-47EF-AACE-A63C7AC23103}" type="pres">
      <dgm:prSet presAssocID="{8558F568-E4C2-49A6-848C-4052A1901870}" presName="spaceRect" presStyleCnt="0"/>
      <dgm:spPr/>
    </dgm:pt>
    <dgm:pt modelId="{8227EFF1-1A58-442F-B84A-71591F172A77}" type="pres">
      <dgm:prSet presAssocID="{8558F568-E4C2-49A6-848C-4052A1901870}" presName="textRect" presStyleLbl="revTx" presStyleIdx="1" presStyleCnt="3">
        <dgm:presLayoutVars>
          <dgm:chMax val="1"/>
          <dgm:chPref val="1"/>
        </dgm:presLayoutVars>
      </dgm:prSet>
      <dgm:spPr/>
    </dgm:pt>
    <dgm:pt modelId="{3815AB5D-0ECD-4DDD-A138-3216C57F999A}" type="pres">
      <dgm:prSet presAssocID="{55DD7BAC-3C47-4C5D-B20D-8D1D97C57EB2}" presName="sibTrans" presStyleCnt="0"/>
      <dgm:spPr/>
    </dgm:pt>
    <dgm:pt modelId="{6B760653-F026-4588-AC95-D4CA09AAA82F}" type="pres">
      <dgm:prSet presAssocID="{0DCE5501-FCB6-4DA8-9288-8BA65EC70D55}" presName="compNode" presStyleCnt="0"/>
      <dgm:spPr/>
    </dgm:pt>
    <dgm:pt modelId="{1621ADDF-A2A7-48D0-A233-623FCF421BE3}" type="pres">
      <dgm:prSet presAssocID="{0DCE5501-FCB6-4DA8-9288-8BA65EC70D55}" presName="iconBgRect" presStyleLbl="bgShp" presStyleIdx="2" presStyleCnt="3"/>
      <dgm:spPr/>
    </dgm:pt>
    <dgm:pt modelId="{20E08977-7589-47D0-8BE8-30722769F6D3}" type="pres">
      <dgm:prSet presAssocID="{0DCE5501-FCB6-4DA8-9288-8BA65EC70D5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ular Flowchart"/>
        </a:ext>
      </dgm:extLst>
    </dgm:pt>
    <dgm:pt modelId="{B12DAB7A-DE1E-45E8-BB80-A446DEE366D2}" type="pres">
      <dgm:prSet presAssocID="{0DCE5501-FCB6-4DA8-9288-8BA65EC70D55}" presName="spaceRect" presStyleCnt="0"/>
      <dgm:spPr/>
    </dgm:pt>
    <dgm:pt modelId="{B8E476CC-199E-4494-9C5C-D0C04A26DC89}" type="pres">
      <dgm:prSet presAssocID="{0DCE5501-FCB6-4DA8-9288-8BA65EC70D5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02A5B36-E0CF-4469-87E9-E4511C6A5AD8}" type="presOf" srcId="{FDFDC056-4F98-4BC6-AA78-5D112BE73918}" destId="{9AFBA081-12DF-46BB-A45A-013405614747}" srcOrd="0" destOrd="0" presId="urn:microsoft.com/office/officeart/2018/5/layout/IconCircleLabelList"/>
    <dgm:cxn modelId="{1152A665-15D8-451F-BA7C-ADEC41B030AA}" type="presOf" srcId="{8558F568-E4C2-49A6-848C-4052A1901870}" destId="{8227EFF1-1A58-442F-B84A-71591F172A77}" srcOrd="0" destOrd="0" presId="urn:microsoft.com/office/officeart/2018/5/layout/IconCircleLabelList"/>
    <dgm:cxn modelId="{CF1D5768-CAF3-4FFE-95F5-C9CB6D9ECDA8}" type="presOf" srcId="{0DCE5501-FCB6-4DA8-9288-8BA65EC70D55}" destId="{B8E476CC-199E-4494-9C5C-D0C04A26DC89}" srcOrd="0" destOrd="0" presId="urn:microsoft.com/office/officeart/2018/5/layout/IconCircleLabelList"/>
    <dgm:cxn modelId="{069819A7-6D3A-4C94-9B86-BBC8085F38A0}" srcId="{FDFDC056-4F98-4BC6-AA78-5D112BE73918}" destId="{0DCE5501-FCB6-4DA8-9288-8BA65EC70D55}" srcOrd="2" destOrd="0" parTransId="{5A7AF209-A24B-4566-9635-2629F4E443FB}" sibTransId="{BBD49539-D80A-4F1C-B3B7-EB2573AD026C}"/>
    <dgm:cxn modelId="{7E42A5C0-06A7-42B3-9F68-EFF30493807E}" type="presOf" srcId="{0BCD734F-BB04-407A-8E1F-3CDF32BE28CA}" destId="{DA4CD9F5-5B5B-4661-A1F0-472B1CF8C265}" srcOrd="0" destOrd="0" presId="urn:microsoft.com/office/officeart/2018/5/layout/IconCircleLabelList"/>
    <dgm:cxn modelId="{F376C8D5-6744-4DF2-8046-583CA4CCF95B}" srcId="{FDFDC056-4F98-4BC6-AA78-5D112BE73918}" destId="{0BCD734F-BB04-407A-8E1F-3CDF32BE28CA}" srcOrd="0" destOrd="0" parTransId="{24D4A6EE-E0B5-4A0C-A6DB-189A5CD86DAD}" sibTransId="{179F69E4-AAEB-4677-A061-76AFDD3D70F2}"/>
    <dgm:cxn modelId="{E4DCD5F9-9F9B-4572-A22E-749788D0A303}" srcId="{FDFDC056-4F98-4BC6-AA78-5D112BE73918}" destId="{8558F568-E4C2-49A6-848C-4052A1901870}" srcOrd="1" destOrd="0" parTransId="{732D5E8E-60BB-47B1-AFAF-7CAF0559674C}" sibTransId="{55DD7BAC-3C47-4C5D-B20D-8D1D97C57EB2}"/>
    <dgm:cxn modelId="{1662EF94-6111-495C-9466-6C62043A5CBA}" type="presParOf" srcId="{9AFBA081-12DF-46BB-A45A-013405614747}" destId="{3F1A36B5-49F9-46DD-A479-299B42FD70EF}" srcOrd="0" destOrd="0" presId="urn:microsoft.com/office/officeart/2018/5/layout/IconCircleLabelList"/>
    <dgm:cxn modelId="{43AA06B9-39F7-4C4B-A2CD-0DDCA5A97CD1}" type="presParOf" srcId="{3F1A36B5-49F9-46DD-A479-299B42FD70EF}" destId="{8F218A90-687D-4E6A-8E22-24C49075D363}" srcOrd="0" destOrd="0" presId="urn:microsoft.com/office/officeart/2018/5/layout/IconCircleLabelList"/>
    <dgm:cxn modelId="{9E7CB939-DD4A-44A1-8EE8-E38EE82253DB}" type="presParOf" srcId="{3F1A36B5-49F9-46DD-A479-299B42FD70EF}" destId="{89701D3F-C033-445A-B074-4A06A405B61A}" srcOrd="1" destOrd="0" presId="urn:microsoft.com/office/officeart/2018/5/layout/IconCircleLabelList"/>
    <dgm:cxn modelId="{DB01E083-54D1-480B-A79C-BBE48389A0BA}" type="presParOf" srcId="{3F1A36B5-49F9-46DD-A479-299B42FD70EF}" destId="{0713D20F-399E-4C26-B6A3-422A37DCA496}" srcOrd="2" destOrd="0" presId="urn:microsoft.com/office/officeart/2018/5/layout/IconCircleLabelList"/>
    <dgm:cxn modelId="{9B2D4730-18EB-4DE2-A87B-707D725174AE}" type="presParOf" srcId="{3F1A36B5-49F9-46DD-A479-299B42FD70EF}" destId="{DA4CD9F5-5B5B-4661-A1F0-472B1CF8C265}" srcOrd="3" destOrd="0" presId="urn:microsoft.com/office/officeart/2018/5/layout/IconCircleLabelList"/>
    <dgm:cxn modelId="{5ACE5B95-ADE8-4750-B094-66EEED962491}" type="presParOf" srcId="{9AFBA081-12DF-46BB-A45A-013405614747}" destId="{6B6AFC07-3D26-4934-B726-7EF53A9D1A58}" srcOrd="1" destOrd="0" presId="urn:microsoft.com/office/officeart/2018/5/layout/IconCircleLabelList"/>
    <dgm:cxn modelId="{2F98148E-E710-4934-88C4-A4C98CADAB9A}" type="presParOf" srcId="{9AFBA081-12DF-46BB-A45A-013405614747}" destId="{666D0F32-8C83-45F2-B723-5634FB1FB362}" srcOrd="2" destOrd="0" presId="urn:microsoft.com/office/officeart/2018/5/layout/IconCircleLabelList"/>
    <dgm:cxn modelId="{30E540EA-A9C6-42EA-8463-97F43B11BD5B}" type="presParOf" srcId="{666D0F32-8C83-45F2-B723-5634FB1FB362}" destId="{156BECD2-F112-4EF9-B964-D52410060687}" srcOrd="0" destOrd="0" presId="urn:microsoft.com/office/officeart/2018/5/layout/IconCircleLabelList"/>
    <dgm:cxn modelId="{B3CF5D12-AD7A-4553-9E56-877E74F790D9}" type="presParOf" srcId="{666D0F32-8C83-45F2-B723-5634FB1FB362}" destId="{749EDA13-9539-431D-89BF-C19222D65CD2}" srcOrd="1" destOrd="0" presId="urn:microsoft.com/office/officeart/2018/5/layout/IconCircleLabelList"/>
    <dgm:cxn modelId="{9E1754A4-918F-4186-AC48-D7411521FA5B}" type="presParOf" srcId="{666D0F32-8C83-45F2-B723-5634FB1FB362}" destId="{86BAEAD7-8E25-47EF-AACE-A63C7AC23103}" srcOrd="2" destOrd="0" presId="urn:microsoft.com/office/officeart/2018/5/layout/IconCircleLabelList"/>
    <dgm:cxn modelId="{4B205A85-09C6-48CF-857F-4EF685B58D00}" type="presParOf" srcId="{666D0F32-8C83-45F2-B723-5634FB1FB362}" destId="{8227EFF1-1A58-442F-B84A-71591F172A77}" srcOrd="3" destOrd="0" presId="urn:microsoft.com/office/officeart/2018/5/layout/IconCircleLabelList"/>
    <dgm:cxn modelId="{CFE658C5-3788-47E1-B476-B135E99A9057}" type="presParOf" srcId="{9AFBA081-12DF-46BB-A45A-013405614747}" destId="{3815AB5D-0ECD-4DDD-A138-3216C57F999A}" srcOrd="3" destOrd="0" presId="urn:microsoft.com/office/officeart/2018/5/layout/IconCircleLabelList"/>
    <dgm:cxn modelId="{92E745F5-7316-4C1C-87EE-A4AB4E9844A0}" type="presParOf" srcId="{9AFBA081-12DF-46BB-A45A-013405614747}" destId="{6B760653-F026-4588-AC95-D4CA09AAA82F}" srcOrd="4" destOrd="0" presId="urn:microsoft.com/office/officeart/2018/5/layout/IconCircleLabelList"/>
    <dgm:cxn modelId="{246B74D6-ED2F-4216-9E22-3C4E4B7A6622}" type="presParOf" srcId="{6B760653-F026-4588-AC95-D4CA09AAA82F}" destId="{1621ADDF-A2A7-48D0-A233-623FCF421BE3}" srcOrd="0" destOrd="0" presId="urn:microsoft.com/office/officeart/2018/5/layout/IconCircleLabelList"/>
    <dgm:cxn modelId="{28EAADDC-6D4B-4A70-B377-4F5FA45B98D2}" type="presParOf" srcId="{6B760653-F026-4588-AC95-D4CA09AAA82F}" destId="{20E08977-7589-47D0-8BE8-30722769F6D3}" srcOrd="1" destOrd="0" presId="urn:microsoft.com/office/officeart/2018/5/layout/IconCircleLabelList"/>
    <dgm:cxn modelId="{4B466278-0E16-4FB3-AE36-ED67B94054D0}" type="presParOf" srcId="{6B760653-F026-4588-AC95-D4CA09AAA82F}" destId="{B12DAB7A-DE1E-45E8-BB80-A446DEE366D2}" srcOrd="2" destOrd="0" presId="urn:microsoft.com/office/officeart/2018/5/layout/IconCircleLabelList"/>
    <dgm:cxn modelId="{DC7B67B4-EA77-4507-855A-E83C2C26D68A}" type="presParOf" srcId="{6B760653-F026-4588-AC95-D4CA09AAA82F}" destId="{B8E476CC-199E-4494-9C5C-D0C04A26DC8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A8698E1-D4EE-49FF-BDF6-8F23BDBD89B6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0370912-48D9-4396-8982-F6DD7F00D5B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Efficient and scalable system for large-scale IND detection.</a:t>
          </a:r>
        </a:p>
      </dgm:t>
    </dgm:pt>
    <dgm:pt modelId="{9106717A-E5FE-4828-82C0-F75A63AA1896}" type="parTrans" cxnId="{2AFBD46E-3BEC-4049-8451-4A02C1D7D84A}">
      <dgm:prSet/>
      <dgm:spPr/>
      <dgm:t>
        <a:bodyPr/>
        <a:lstStyle/>
        <a:p>
          <a:endParaRPr lang="en-US"/>
        </a:p>
      </dgm:t>
    </dgm:pt>
    <dgm:pt modelId="{525C6579-FB67-43DB-AD3D-67389164E272}" type="sibTrans" cxnId="{2AFBD46E-3BEC-4049-8451-4A02C1D7D84A}">
      <dgm:prSet/>
      <dgm:spPr/>
      <dgm:t>
        <a:bodyPr/>
        <a:lstStyle/>
        <a:p>
          <a:endParaRPr lang="en-US"/>
        </a:p>
      </dgm:t>
    </dgm:pt>
    <dgm:pt modelId="{187027BF-795C-4AA1-8851-F8393A2812B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Key achievements:</a:t>
          </a:r>
        </a:p>
      </dgm:t>
    </dgm:pt>
    <dgm:pt modelId="{8672440A-6A98-4608-AAD8-08AE5822F07B}" type="parTrans" cxnId="{3A6544A3-ABC4-4FCB-ACF0-71016DB39D92}">
      <dgm:prSet/>
      <dgm:spPr/>
      <dgm:t>
        <a:bodyPr/>
        <a:lstStyle/>
        <a:p>
          <a:endParaRPr lang="en-US"/>
        </a:p>
      </dgm:t>
    </dgm:pt>
    <dgm:pt modelId="{0A7704AC-76A7-420B-AC5B-68FCF855069F}" type="sibTrans" cxnId="{3A6544A3-ABC4-4FCB-ACF0-71016DB39D92}">
      <dgm:prSet/>
      <dgm:spPr/>
      <dgm:t>
        <a:bodyPr/>
        <a:lstStyle/>
        <a:p>
          <a:endParaRPr lang="en-US"/>
        </a:p>
      </dgm:t>
    </dgm:pt>
    <dgm:pt modelId="{4E61E4C9-6172-47C1-AA6D-3C67ED5FA3D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Avoided redundant computations.</a:t>
          </a:r>
        </a:p>
      </dgm:t>
    </dgm:pt>
    <dgm:pt modelId="{46334CA2-EF5F-4E89-A235-81C280181B1C}" type="parTrans" cxnId="{2479B053-E7A4-4AA2-93D4-ACF4EF3DEEF6}">
      <dgm:prSet/>
      <dgm:spPr/>
      <dgm:t>
        <a:bodyPr/>
        <a:lstStyle/>
        <a:p>
          <a:endParaRPr lang="en-US"/>
        </a:p>
      </dgm:t>
    </dgm:pt>
    <dgm:pt modelId="{9E3F74AD-AE93-4645-BEAF-4611B6C2E5E9}" type="sibTrans" cxnId="{2479B053-E7A4-4AA2-93D4-ACF4EF3DEEF6}">
      <dgm:prSet/>
      <dgm:spPr/>
      <dgm:t>
        <a:bodyPr/>
        <a:lstStyle/>
        <a:p>
          <a:endParaRPr lang="en-US"/>
        </a:p>
      </dgm:t>
    </dgm:pt>
    <dgm:pt modelId="{AA29851B-610F-4D58-98B1-5FDAF86192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Optimized resource utilization.</a:t>
          </a:r>
        </a:p>
      </dgm:t>
    </dgm:pt>
    <dgm:pt modelId="{258253E6-3A04-4BE7-BA2C-328E8AB40410}" type="parTrans" cxnId="{DB80C09E-01CE-446D-B882-ACB6A3E15720}">
      <dgm:prSet/>
      <dgm:spPr/>
      <dgm:t>
        <a:bodyPr/>
        <a:lstStyle/>
        <a:p>
          <a:endParaRPr lang="en-US"/>
        </a:p>
      </dgm:t>
    </dgm:pt>
    <dgm:pt modelId="{B3EF328E-3E5A-454F-9491-085E8371AF35}" type="sibTrans" cxnId="{DB80C09E-01CE-446D-B882-ACB6A3E15720}">
      <dgm:prSet/>
      <dgm:spPr/>
      <dgm:t>
        <a:bodyPr/>
        <a:lstStyle/>
        <a:p>
          <a:endParaRPr lang="en-US"/>
        </a:p>
      </dgm:t>
    </dgm:pt>
    <dgm:pt modelId="{9747DD4A-6241-4013-BC40-5A2BC57253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Enhanced system scalability.</a:t>
          </a:r>
        </a:p>
      </dgm:t>
    </dgm:pt>
    <dgm:pt modelId="{6263A8FA-7645-4E06-9E31-9AF9B5AD5815}" type="parTrans" cxnId="{E33441BB-04E6-474D-8466-4D2C4AF198C7}">
      <dgm:prSet/>
      <dgm:spPr/>
      <dgm:t>
        <a:bodyPr/>
        <a:lstStyle/>
        <a:p>
          <a:endParaRPr lang="en-US"/>
        </a:p>
      </dgm:t>
    </dgm:pt>
    <dgm:pt modelId="{2569512E-9BD4-414D-B53B-CD1E439BE6F2}" type="sibTrans" cxnId="{E33441BB-04E6-474D-8466-4D2C4AF198C7}">
      <dgm:prSet/>
      <dgm:spPr/>
      <dgm:t>
        <a:bodyPr/>
        <a:lstStyle/>
        <a:p>
          <a:endParaRPr lang="en-US"/>
        </a:p>
      </dgm:t>
    </dgm:pt>
    <dgm:pt modelId="{BC59382F-BCA1-4427-B6DC-9F0E39E1C1A2}" type="pres">
      <dgm:prSet presAssocID="{9A8698E1-D4EE-49FF-BDF6-8F23BDBD89B6}" presName="root" presStyleCnt="0">
        <dgm:presLayoutVars>
          <dgm:dir/>
          <dgm:resizeHandles val="exact"/>
        </dgm:presLayoutVars>
      </dgm:prSet>
      <dgm:spPr/>
    </dgm:pt>
    <dgm:pt modelId="{7B3FC134-8647-4196-BC23-E08810C86451}" type="pres">
      <dgm:prSet presAssocID="{10370912-48D9-4396-8982-F6DD7F00D5B1}" presName="compNode" presStyleCnt="0"/>
      <dgm:spPr/>
    </dgm:pt>
    <dgm:pt modelId="{038B348B-07BB-489A-A46F-31EF3C25B184}" type="pres">
      <dgm:prSet presAssocID="{10370912-48D9-4396-8982-F6DD7F00D5B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775F5FEE-30B0-467B-BD57-BE1EE9CF8D84}" type="pres">
      <dgm:prSet presAssocID="{10370912-48D9-4396-8982-F6DD7F00D5B1}" presName="iconSpace" presStyleCnt="0"/>
      <dgm:spPr/>
    </dgm:pt>
    <dgm:pt modelId="{786D264B-0E75-4917-96EE-DEF52CF58EB6}" type="pres">
      <dgm:prSet presAssocID="{10370912-48D9-4396-8982-F6DD7F00D5B1}" presName="parTx" presStyleLbl="revTx" presStyleIdx="0" presStyleCnt="4">
        <dgm:presLayoutVars>
          <dgm:chMax val="0"/>
          <dgm:chPref val="0"/>
        </dgm:presLayoutVars>
      </dgm:prSet>
      <dgm:spPr/>
    </dgm:pt>
    <dgm:pt modelId="{6E600EBB-CB8C-44B3-9639-38FF37E87A4D}" type="pres">
      <dgm:prSet presAssocID="{10370912-48D9-4396-8982-F6DD7F00D5B1}" presName="txSpace" presStyleCnt="0"/>
      <dgm:spPr/>
    </dgm:pt>
    <dgm:pt modelId="{15C2A99E-E3EF-4A0A-959F-CFBEEA4FB2F2}" type="pres">
      <dgm:prSet presAssocID="{10370912-48D9-4396-8982-F6DD7F00D5B1}" presName="desTx" presStyleLbl="revTx" presStyleIdx="1" presStyleCnt="4">
        <dgm:presLayoutVars/>
      </dgm:prSet>
      <dgm:spPr/>
    </dgm:pt>
    <dgm:pt modelId="{E68A6DCD-CDC6-486A-A8BE-6D98A1C64BAC}" type="pres">
      <dgm:prSet presAssocID="{525C6579-FB67-43DB-AD3D-67389164E272}" presName="sibTrans" presStyleCnt="0"/>
      <dgm:spPr/>
    </dgm:pt>
    <dgm:pt modelId="{D0FFB91C-6C1B-4C92-B737-32BF227A8FC6}" type="pres">
      <dgm:prSet presAssocID="{187027BF-795C-4AA1-8851-F8393A2812B8}" presName="compNode" presStyleCnt="0"/>
      <dgm:spPr/>
    </dgm:pt>
    <dgm:pt modelId="{63C62E53-1082-4AE6-B726-F017FF548AA2}" type="pres">
      <dgm:prSet presAssocID="{187027BF-795C-4AA1-8851-F8393A2812B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50A7B515-CD87-45D9-AB8E-4F4B502E1F16}" type="pres">
      <dgm:prSet presAssocID="{187027BF-795C-4AA1-8851-F8393A2812B8}" presName="iconSpace" presStyleCnt="0"/>
      <dgm:spPr/>
    </dgm:pt>
    <dgm:pt modelId="{D46170B8-9706-47F5-9F96-28303A27C277}" type="pres">
      <dgm:prSet presAssocID="{187027BF-795C-4AA1-8851-F8393A2812B8}" presName="parTx" presStyleLbl="revTx" presStyleIdx="2" presStyleCnt="4">
        <dgm:presLayoutVars>
          <dgm:chMax val="0"/>
          <dgm:chPref val="0"/>
        </dgm:presLayoutVars>
      </dgm:prSet>
      <dgm:spPr/>
    </dgm:pt>
    <dgm:pt modelId="{7B1ACCCE-4F12-468F-8EC8-84AD6C87B35D}" type="pres">
      <dgm:prSet presAssocID="{187027BF-795C-4AA1-8851-F8393A2812B8}" presName="txSpace" presStyleCnt="0"/>
      <dgm:spPr/>
    </dgm:pt>
    <dgm:pt modelId="{B63455D7-6FA6-4CE8-96D2-8B02C8B796B9}" type="pres">
      <dgm:prSet presAssocID="{187027BF-795C-4AA1-8851-F8393A2812B8}" presName="desTx" presStyleLbl="revTx" presStyleIdx="3" presStyleCnt="4">
        <dgm:presLayoutVars/>
      </dgm:prSet>
      <dgm:spPr/>
    </dgm:pt>
  </dgm:ptLst>
  <dgm:cxnLst>
    <dgm:cxn modelId="{47117823-0A35-4B52-8F75-264359F356CE}" type="presOf" srcId="{9747DD4A-6241-4013-BC40-5A2BC57253ED}" destId="{B63455D7-6FA6-4CE8-96D2-8B02C8B796B9}" srcOrd="0" destOrd="2" presId="urn:microsoft.com/office/officeart/2018/2/layout/IconLabelDescriptionList"/>
    <dgm:cxn modelId="{82787D31-404D-480D-AAFB-CABC85ABA0D3}" type="presOf" srcId="{187027BF-795C-4AA1-8851-F8393A2812B8}" destId="{D46170B8-9706-47F5-9F96-28303A27C277}" srcOrd="0" destOrd="0" presId="urn:microsoft.com/office/officeart/2018/2/layout/IconLabelDescriptionList"/>
    <dgm:cxn modelId="{79205242-E7A1-43AA-850A-A28215DD34FC}" type="presOf" srcId="{AA29851B-610F-4D58-98B1-5FDAF86192CA}" destId="{B63455D7-6FA6-4CE8-96D2-8B02C8B796B9}" srcOrd="0" destOrd="1" presId="urn:microsoft.com/office/officeart/2018/2/layout/IconLabelDescriptionList"/>
    <dgm:cxn modelId="{2AFBD46E-3BEC-4049-8451-4A02C1D7D84A}" srcId="{9A8698E1-D4EE-49FF-BDF6-8F23BDBD89B6}" destId="{10370912-48D9-4396-8982-F6DD7F00D5B1}" srcOrd="0" destOrd="0" parTransId="{9106717A-E5FE-4828-82C0-F75A63AA1896}" sibTransId="{525C6579-FB67-43DB-AD3D-67389164E272}"/>
    <dgm:cxn modelId="{2479B053-E7A4-4AA2-93D4-ACF4EF3DEEF6}" srcId="{187027BF-795C-4AA1-8851-F8393A2812B8}" destId="{4E61E4C9-6172-47C1-AA6D-3C67ED5FA3DE}" srcOrd="0" destOrd="0" parTransId="{46334CA2-EF5F-4E89-A235-81C280181B1C}" sibTransId="{9E3F74AD-AE93-4645-BEAF-4611B6C2E5E9}"/>
    <dgm:cxn modelId="{3B648384-C1F0-481A-8608-2E62781A6C11}" type="presOf" srcId="{10370912-48D9-4396-8982-F6DD7F00D5B1}" destId="{786D264B-0E75-4917-96EE-DEF52CF58EB6}" srcOrd="0" destOrd="0" presId="urn:microsoft.com/office/officeart/2018/2/layout/IconLabelDescriptionList"/>
    <dgm:cxn modelId="{DB80C09E-01CE-446D-B882-ACB6A3E15720}" srcId="{187027BF-795C-4AA1-8851-F8393A2812B8}" destId="{AA29851B-610F-4D58-98B1-5FDAF86192CA}" srcOrd="1" destOrd="0" parTransId="{258253E6-3A04-4BE7-BA2C-328E8AB40410}" sibTransId="{B3EF328E-3E5A-454F-9491-085E8371AF35}"/>
    <dgm:cxn modelId="{3A6544A3-ABC4-4FCB-ACF0-71016DB39D92}" srcId="{9A8698E1-D4EE-49FF-BDF6-8F23BDBD89B6}" destId="{187027BF-795C-4AA1-8851-F8393A2812B8}" srcOrd="1" destOrd="0" parTransId="{8672440A-6A98-4608-AAD8-08AE5822F07B}" sibTransId="{0A7704AC-76A7-420B-AC5B-68FCF855069F}"/>
    <dgm:cxn modelId="{DF04CFAE-C1A8-47DF-B2B8-05E144C5E198}" type="presOf" srcId="{4E61E4C9-6172-47C1-AA6D-3C67ED5FA3DE}" destId="{B63455D7-6FA6-4CE8-96D2-8B02C8B796B9}" srcOrd="0" destOrd="0" presId="urn:microsoft.com/office/officeart/2018/2/layout/IconLabelDescriptionList"/>
    <dgm:cxn modelId="{E33441BB-04E6-474D-8466-4D2C4AF198C7}" srcId="{187027BF-795C-4AA1-8851-F8393A2812B8}" destId="{9747DD4A-6241-4013-BC40-5A2BC57253ED}" srcOrd="2" destOrd="0" parTransId="{6263A8FA-7645-4E06-9E31-9AF9B5AD5815}" sibTransId="{2569512E-9BD4-414D-B53B-CD1E439BE6F2}"/>
    <dgm:cxn modelId="{8088D1D4-5A21-4EA4-9041-6C0EFE8511F7}" type="presOf" srcId="{9A8698E1-D4EE-49FF-BDF6-8F23BDBD89B6}" destId="{BC59382F-BCA1-4427-B6DC-9F0E39E1C1A2}" srcOrd="0" destOrd="0" presId="urn:microsoft.com/office/officeart/2018/2/layout/IconLabelDescriptionList"/>
    <dgm:cxn modelId="{9FBF857A-2C20-4BC5-B03D-E2E988BF2CE0}" type="presParOf" srcId="{BC59382F-BCA1-4427-B6DC-9F0E39E1C1A2}" destId="{7B3FC134-8647-4196-BC23-E08810C86451}" srcOrd="0" destOrd="0" presId="urn:microsoft.com/office/officeart/2018/2/layout/IconLabelDescriptionList"/>
    <dgm:cxn modelId="{30D076E9-D8C3-48EB-9731-29264ED3CB3E}" type="presParOf" srcId="{7B3FC134-8647-4196-BC23-E08810C86451}" destId="{038B348B-07BB-489A-A46F-31EF3C25B184}" srcOrd="0" destOrd="0" presId="urn:microsoft.com/office/officeart/2018/2/layout/IconLabelDescriptionList"/>
    <dgm:cxn modelId="{6ADD50D4-F8DF-48E9-AD57-C705C81D68B1}" type="presParOf" srcId="{7B3FC134-8647-4196-BC23-E08810C86451}" destId="{775F5FEE-30B0-467B-BD57-BE1EE9CF8D84}" srcOrd="1" destOrd="0" presId="urn:microsoft.com/office/officeart/2018/2/layout/IconLabelDescriptionList"/>
    <dgm:cxn modelId="{303380B9-4DE6-4980-8C79-AA3DA920B33F}" type="presParOf" srcId="{7B3FC134-8647-4196-BC23-E08810C86451}" destId="{786D264B-0E75-4917-96EE-DEF52CF58EB6}" srcOrd="2" destOrd="0" presId="urn:microsoft.com/office/officeart/2018/2/layout/IconLabelDescriptionList"/>
    <dgm:cxn modelId="{4D471C1D-F8C6-42CF-BD24-A14558391DB9}" type="presParOf" srcId="{7B3FC134-8647-4196-BC23-E08810C86451}" destId="{6E600EBB-CB8C-44B3-9639-38FF37E87A4D}" srcOrd="3" destOrd="0" presId="urn:microsoft.com/office/officeart/2018/2/layout/IconLabelDescriptionList"/>
    <dgm:cxn modelId="{66FD761C-D882-4DF8-AFF7-4BD2CBBD5496}" type="presParOf" srcId="{7B3FC134-8647-4196-BC23-E08810C86451}" destId="{15C2A99E-E3EF-4A0A-959F-CFBEEA4FB2F2}" srcOrd="4" destOrd="0" presId="urn:microsoft.com/office/officeart/2018/2/layout/IconLabelDescriptionList"/>
    <dgm:cxn modelId="{9EF1DA9E-8214-48E6-8D13-C422A9EB1B87}" type="presParOf" srcId="{BC59382F-BCA1-4427-B6DC-9F0E39E1C1A2}" destId="{E68A6DCD-CDC6-486A-A8BE-6D98A1C64BAC}" srcOrd="1" destOrd="0" presId="urn:microsoft.com/office/officeart/2018/2/layout/IconLabelDescriptionList"/>
    <dgm:cxn modelId="{778AD92B-E708-4A1F-9ED9-DCEF0135D52B}" type="presParOf" srcId="{BC59382F-BCA1-4427-B6DC-9F0E39E1C1A2}" destId="{D0FFB91C-6C1B-4C92-B737-32BF227A8FC6}" srcOrd="2" destOrd="0" presId="urn:microsoft.com/office/officeart/2018/2/layout/IconLabelDescriptionList"/>
    <dgm:cxn modelId="{EF0111DC-01FC-480C-B98B-35A1B0C9A954}" type="presParOf" srcId="{D0FFB91C-6C1B-4C92-B737-32BF227A8FC6}" destId="{63C62E53-1082-4AE6-B726-F017FF548AA2}" srcOrd="0" destOrd="0" presId="urn:microsoft.com/office/officeart/2018/2/layout/IconLabelDescriptionList"/>
    <dgm:cxn modelId="{F704479D-9F62-4156-95F8-2B51907C8329}" type="presParOf" srcId="{D0FFB91C-6C1B-4C92-B737-32BF227A8FC6}" destId="{50A7B515-CD87-45D9-AB8E-4F4B502E1F16}" srcOrd="1" destOrd="0" presId="urn:microsoft.com/office/officeart/2018/2/layout/IconLabelDescriptionList"/>
    <dgm:cxn modelId="{59650B57-2C42-4393-8B92-F04A9A143551}" type="presParOf" srcId="{D0FFB91C-6C1B-4C92-B737-32BF227A8FC6}" destId="{D46170B8-9706-47F5-9F96-28303A27C277}" srcOrd="2" destOrd="0" presId="urn:microsoft.com/office/officeart/2018/2/layout/IconLabelDescriptionList"/>
    <dgm:cxn modelId="{C53021EF-AC8E-44D7-B840-D3D012704118}" type="presParOf" srcId="{D0FFB91C-6C1B-4C92-B737-32BF227A8FC6}" destId="{7B1ACCCE-4F12-468F-8EC8-84AD6C87B35D}" srcOrd="3" destOrd="0" presId="urn:microsoft.com/office/officeart/2018/2/layout/IconLabelDescriptionList"/>
    <dgm:cxn modelId="{CD93EDFC-01C0-4299-AF23-A54DC8897E8F}" type="presParOf" srcId="{D0FFB91C-6C1B-4C92-B737-32BF227A8FC6}" destId="{B63455D7-6FA6-4CE8-96D2-8B02C8B796B9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64A3EB-E034-4D9E-A456-949D594E6C1B}">
      <dsp:nvSpPr>
        <dsp:cNvPr id="0" name=""/>
        <dsp:cNvSpPr/>
      </dsp:nvSpPr>
      <dsp:spPr>
        <a:xfrm>
          <a:off x="2157" y="295374"/>
          <a:ext cx="1445554" cy="144555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52A229-8C06-4FD1-939C-44031069CF30}">
      <dsp:nvSpPr>
        <dsp:cNvPr id="0" name=""/>
        <dsp:cNvSpPr/>
      </dsp:nvSpPr>
      <dsp:spPr>
        <a:xfrm>
          <a:off x="2157" y="1872646"/>
          <a:ext cx="4130156" cy="6195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Need for an efficient and distributed system to detect Inclusion Dependencies (INDs) in large datasets.</a:t>
          </a:r>
        </a:p>
      </dsp:txBody>
      <dsp:txXfrm>
        <a:off x="2157" y="1872646"/>
        <a:ext cx="4130156" cy="619523"/>
      </dsp:txXfrm>
    </dsp:sp>
    <dsp:sp modelId="{7CDD6465-61BB-44A3-99AB-C36CE8F34F3F}">
      <dsp:nvSpPr>
        <dsp:cNvPr id="0" name=""/>
        <dsp:cNvSpPr/>
      </dsp:nvSpPr>
      <dsp:spPr>
        <a:xfrm>
          <a:off x="2157" y="2553433"/>
          <a:ext cx="4130156" cy="805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6E97BB-9B4D-4F9C-B2A6-3678561188A2}">
      <dsp:nvSpPr>
        <dsp:cNvPr id="0" name=""/>
        <dsp:cNvSpPr/>
      </dsp:nvSpPr>
      <dsp:spPr>
        <a:xfrm>
          <a:off x="4855090" y="295374"/>
          <a:ext cx="1445554" cy="144555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E8B79D-ECF9-49B6-A79A-1458AEAABB23}">
      <dsp:nvSpPr>
        <dsp:cNvPr id="0" name=""/>
        <dsp:cNvSpPr/>
      </dsp:nvSpPr>
      <dsp:spPr>
        <a:xfrm>
          <a:off x="4855090" y="1872646"/>
          <a:ext cx="4130156" cy="6195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kern="1200"/>
            <a:t>Challenges include:</a:t>
          </a:r>
          <a:endParaRPr lang="en-US" sz="1400" kern="1200"/>
        </a:p>
      </dsp:txBody>
      <dsp:txXfrm>
        <a:off x="4855090" y="1872646"/>
        <a:ext cx="4130156" cy="619523"/>
      </dsp:txXfrm>
    </dsp:sp>
    <dsp:sp modelId="{5FFBB000-B243-4375-BB33-CA8D1B54279A}">
      <dsp:nvSpPr>
        <dsp:cNvPr id="0" name=""/>
        <dsp:cNvSpPr/>
      </dsp:nvSpPr>
      <dsp:spPr>
        <a:xfrm>
          <a:off x="4855090" y="2553433"/>
          <a:ext cx="4130156" cy="805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Splitting and managing large data.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Avoiding redundant computations.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Dynamic workload distribution among workers.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Efficient termination handling when no tasks remain.</a:t>
          </a:r>
        </a:p>
      </dsp:txBody>
      <dsp:txXfrm>
        <a:off x="4855090" y="2553433"/>
        <a:ext cx="4130156" cy="8051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C7B3F4-B305-4727-A93D-57D30D2F19E8}">
      <dsp:nvSpPr>
        <dsp:cNvPr id="0" name=""/>
        <dsp:cNvSpPr/>
      </dsp:nvSpPr>
      <dsp:spPr>
        <a:xfrm>
          <a:off x="7201" y="577381"/>
          <a:ext cx="694044" cy="6940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B29AC6-534A-4D14-B636-3C5883A589AE}">
      <dsp:nvSpPr>
        <dsp:cNvPr id="0" name=""/>
        <dsp:cNvSpPr/>
      </dsp:nvSpPr>
      <dsp:spPr>
        <a:xfrm>
          <a:off x="7201" y="1378890"/>
          <a:ext cx="1982983" cy="2974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500" kern="1200"/>
            <a:t>Input Reader</a:t>
          </a:r>
          <a:endParaRPr lang="en-US" sz="1500" kern="1200"/>
        </a:p>
      </dsp:txBody>
      <dsp:txXfrm>
        <a:off x="7201" y="1378890"/>
        <a:ext cx="1982983" cy="297447"/>
      </dsp:txXfrm>
    </dsp:sp>
    <dsp:sp modelId="{58C1E929-44E8-4607-986F-717AFCD43061}">
      <dsp:nvSpPr>
        <dsp:cNvPr id="0" name=""/>
        <dsp:cNvSpPr/>
      </dsp:nvSpPr>
      <dsp:spPr>
        <a:xfrm>
          <a:off x="7201" y="1726321"/>
          <a:ext cx="1982983" cy="1350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Reads large datasets row by row.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Splits the single-column data into multiple fields based on a delimiter.</a:t>
          </a:r>
        </a:p>
      </dsp:txBody>
      <dsp:txXfrm>
        <a:off x="7201" y="1726321"/>
        <a:ext cx="1982983" cy="1350237"/>
      </dsp:txXfrm>
    </dsp:sp>
    <dsp:sp modelId="{D553AAD7-14F5-4887-AED6-292E8EAC6BF3}">
      <dsp:nvSpPr>
        <dsp:cNvPr id="0" name=""/>
        <dsp:cNvSpPr/>
      </dsp:nvSpPr>
      <dsp:spPr>
        <a:xfrm>
          <a:off x="2337207" y="577381"/>
          <a:ext cx="694044" cy="6940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BE0E91-3D77-46D6-A569-297A9B9F51DD}">
      <dsp:nvSpPr>
        <dsp:cNvPr id="0" name=""/>
        <dsp:cNvSpPr/>
      </dsp:nvSpPr>
      <dsp:spPr>
        <a:xfrm>
          <a:off x="2337207" y="1378890"/>
          <a:ext cx="1982983" cy="2974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DependencyMiner:</a:t>
          </a:r>
        </a:p>
      </dsp:txBody>
      <dsp:txXfrm>
        <a:off x="2337207" y="1378890"/>
        <a:ext cx="1982983" cy="297447"/>
      </dsp:txXfrm>
    </dsp:sp>
    <dsp:sp modelId="{3526C2E9-5A18-4241-84DE-2854E6745AA1}">
      <dsp:nvSpPr>
        <dsp:cNvPr id="0" name=""/>
        <dsp:cNvSpPr/>
      </dsp:nvSpPr>
      <dsp:spPr>
        <a:xfrm>
          <a:off x="2337207" y="1726321"/>
          <a:ext cx="1982983" cy="1350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Generates task candidates and validates dependencies.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Assigns tasks to workers while avoiding duplicates.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Handles task and worker termination gracefully.</a:t>
          </a:r>
        </a:p>
      </dsp:txBody>
      <dsp:txXfrm>
        <a:off x="2337207" y="1726321"/>
        <a:ext cx="1982983" cy="1350237"/>
      </dsp:txXfrm>
    </dsp:sp>
    <dsp:sp modelId="{685879E5-F3A8-4878-9F6D-3F0A3A0BB993}">
      <dsp:nvSpPr>
        <dsp:cNvPr id="0" name=""/>
        <dsp:cNvSpPr/>
      </dsp:nvSpPr>
      <dsp:spPr>
        <a:xfrm>
          <a:off x="4667213" y="577381"/>
          <a:ext cx="694044" cy="6940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E02AF9-F15C-41BF-8228-CBCE494322F1}">
      <dsp:nvSpPr>
        <dsp:cNvPr id="0" name=""/>
        <dsp:cNvSpPr/>
      </dsp:nvSpPr>
      <dsp:spPr>
        <a:xfrm>
          <a:off x="4667213" y="1378890"/>
          <a:ext cx="1982983" cy="2974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500" kern="1200"/>
            <a:t>Dependency Worker:</a:t>
          </a:r>
          <a:endParaRPr lang="en-US" sz="1500" kern="1200"/>
        </a:p>
      </dsp:txBody>
      <dsp:txXfrm>
        <a:off x="4667213" y="1378890"/>
        <a:ext cx="1982983" cy="297447"/>
      </dsp:txXfrm>
    </dsp:sp>
    <dsp:sp modelId="{A71AB83C-EB53-4271-935A-C1E6020390AA}">
      <dsp:nvSpPr>
        <dsp:cNvPr id="0" name=""/>
        <dsp:cNvSpPr/>
      </dsp:nvSpPr>
      <dsp:spPr>
        <a:xfrm>
          <a:off x="4667213" y="1726321"/>
          <a:ext cx="1982983" cy="1350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Processes assigned tasks.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Skips tasks if dependencies are already validated.</a:t>
          </a:r>
        </a:p>
      </dsp:txBody>
      <dsp:txXfrm>
        <a:off x="4667213" y="1726321"/>
        <a:ext cx="1982983" cy="1350237"/>
      </dsp:txXfrm>
    </dsp:sp>
    <dsp:sp modelId="{2D1B6112-58AA-4F7D-BF93-10262FEBE0AE}">
      <dsp:nvSpPr>
        <dsp:cNvPr id="0" name=""/>
        <dsp:cNvSpPr/>
      </dsp:nvSpPr>
      <dsp:spPr>
        <a:xfrm>
          <a:off x="6997218" y="577381"/>
          <a:ext cx="694044" cy="6940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C72CBC-DBBA-4023-84B1-1DEEFD301ADA}">
      <dsp:nvSpPr>
        <dsp:cNvPr id="0" name=""/>
        <dsp:cNvSpPr/>
      </dsp:nvSpPr>
      <dsp:spPr>
        <a:xfrm>
          <a:off x="6997218" y="1378890"/>
          <a:ext cx="1982983" cy="2974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500" kern="1200"/>
            <a:t>Result Collector:</a:t>
          </a:r>
          <a:endParaRPr lang="en-US" sz="1500" kern="1200"/>
        </a:p>
      </dsp:txBody>
      <dsp:txXfrm>
        <a:off x="6997218" y="1378890"/>
        <a:ext cx="1982983" cy="297447"/>
      </dsp:txXfrm>
    </dsp:sp>
    <dsp:sp modelId="{94A137C9-3A03-400B-8A78-63E56D0E3A8A}">
      <dsp:nvSpPr>
        <dsp:cNvPr id="0" name=""/>
        <dsp:cNvSpPr/>
      </dsp:nvSpPr>
      <dsp:spPr>
        <a:xfrm>
          <a:off x="6997218" y="1726321"/>
          <a:ext cx="1982983" cy="1350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Collects validated INDs and stores them in the output file.</a:t>
          </a:r>
        </a:p>
      </dsp:txBody>
      <dsp:txXfrm>
        <a:off x="6997218" y="1726321"/>
        <a:ext cx="1982983" cy="13502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BBE94D-4D6B-403B-B63A-5BDCF931BC3A}">
      <dsp:nvSpPr>
        <dsp:cNvPr id="0" name=""/>
        <dsp:cNvSpPr/>
      </dsp:nvSpPr>
      <dsp:spPr>
        <a:xfrm>
          <a:off x="772201" y="746970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FE0C1B-B132-417E-800C-B5D2BC198E21}">
      <dsp:nvSpPr>
        <dsp:cNvPr id="0" name=""/>
        <dsp:cNvSpPr/>
      </dsp:nvSpPr>
      <dsp:spPr>
        <a:xfrm>
          <a:off x="1006201" y="980970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78C639-A2AF-4636-9933-3AFE7A69421C}">
      <dsp:nvSpPr>
        <dsp:cNvPr id="0" name=""/>
        <dsp:cNvSpPr/>
      </dsp:nvSpPr>
      <dsp:spPr>
        <a:xfrm>
          <a:off x="421201" y="21869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Avoidance of redundant tasks by tracking validated column pairs.</a:t>
          </a:r>
        </a:p>
      </dsp:txBody>
      <dsp:txXfrm>
        <a:off x="421201" y="2186970"/>
        <a:ext cx="1800000" cy="720000"/>
      </dsp:txXfrm>
    </dsp:sp>
    <dsp:sp modelId="{12E5F950-D8CE-42A0-9776-A0CD1DCD1ADD}">
      <dsp:nvSpPr>
        <dsp:cNvPr id="0" name=""/>
        <dsp:cNvSpPr/>
      </dsp:nvSpPr>
      <dsp:spPr>
        <a:xfrm>
          <a:off x="2887202" y="746970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143505-4C7E-4950-8281-F30650750F3F}">
      <dsp:nvSpPr>
        <dsp:cNvPr id="0" name=""/>
        <dsp:cNvSpPr/>
      </dsp:nvSpPr>
      <dsp:spPr>
        <a:xfrm>
          <a:off x="3121202" y="980970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0D21C8-6EA9-4CD3-9BB4-FFAF2A0C06DA}">
      <dsp:nvSpPr>
        <dsp:cNvPr id="0" name=""/>
        <dsp:cNvSpPr/>
      </dsp:nvSpPr>
      <dsp:spPr>
        <a:xfrm>
          <a:off x="2536202" y="21869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Dynamic batch size adjustment for performance optimization.</a:t>
          </a:r>
        </a:p>
      </dsp:txBody>
      <dsp:txXfrm>
        <a:off x="2536202" y="2186970"/>
        <a:ext cx="1800000" cy="720000"/>
      </dsp:txXfrm>
    </dsp:sp>
    <dsp:sp modelId="{AF3EF061-7461-43EE-B849-0C5503CEDBF3}">
      <dsp:nvSpPr>
        <dsp:cNvPr id="0" name=""/>
        <dsp:cNvSpPr/>
      </dsp:nvSpPr>
      <dsp:spPr>
        <a:xfrm>
          <a:off x="5002201" y="746970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FA03A1-962A-4417-8661-CF0126A4527A}">
      <dsp:nvSpPr>
        <dsp:cNvPr id="0" name=""/>
        <dsp:cNvSpPr/>
      </dsp:nvSpPr>
      <dsp:spPr>
        <a:xfrm>
          <a:off x="5236201" y="980970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57137D-88FB-4E15-AD64-6D3B05025B54}">
      <dsp:nvSpPr>
        <dsp:cNvPr id="0" name=""/>
        <dsp:cNvSpPr/>
      </dsp:nvSpPr>
      <dsp:spPr>
        <a:xfrm>
          <a:off x="4651201" y="21869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Graceful termination of idle workers and master.</a:t>
          </a:r>
        </a:p>
      </dsp:txBody>
      <dsp:txXfrm>
        <a:off x="4651201" y="2186970"/>
        <a:ext cx="1800000" cy="720000"/>
      </dsp:txXfrm>
    </dsp:sp>
    <dsp:sp modelId="{7F327180-6DD5-4987-8327-4A2227F8BF47}">
      <dsp:nvSpPr>
        <dsp:cNvPr id="0" name=""/>
        <dsp:cNvSpPr/>
      </dsp:nvSpPr>
      <dsp:spPr>
        <a:xfrm>
          <a:off x="7117202" y="746970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06EDAD-3E06-424E-A682-03BB3F427151}">
      <dsp:nvSpPr>
        <dsp:cNvPr id="0" name=""/>
        <dsp:cNvSpPr/>
      </dsp:nvSpPr>
      <dsp:spPr>
        <a:xfrm>
          <a:off x="7351202" y="980970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E83B0F-DDA0-4B7E-A37B-69F66B943F44}">
      <dsp:nvSpPr>
        <dsp:cNvPr id="0" name=""/>
        <dsp:cNvSpPr/>
      </dsp:nvSpPr>
      <dsp:spPr>
        <a:xfrm>
          <a:off x="6766202" y="21869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Scalable architecture for distributed systems.</a:t>
          </a:r>
        </a:p>
      </dsp:txBody>
      <dsp:txXfrm>
        <a:off x="6766202" y="2186970"/>
        <a:ext cx="18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A5B4C7-13EF-47AF-9E8E-80F4A9FB5E46}">
      <dsp:nvSpPr>
        <dsp:cNvPr id="0" name=""/>
        <dsp:cNvSpPr/>
      </dsp:nvSpPr>
      <dsp:spPr>
        <a:xfrm>
          <a:off x="221" y="866196"/>
          <a:ext cx="689554" cy="68955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85AFC5-A4CA-48A4-AC9F-7B767AD302F6}">
      <dsp:nvSpPr>
        <dsp:cNvPr id="0" name=""/>
        <dsp:cNvSpPr/>
      </dsp:nvSpPr>
      <dsp:spPr>
        <a:xfrm>
          <a:off x="221" y="1643696"/>
          <a:ext cx="1970156" cy="2955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DependencyMiner:</a:t>
          </a:r>
        </a:p>
      </dsp:txBody>
      <dsp:txXfrm>
        <a:off x="221" y="1643696"/>
        <a:ext cx="1970156" cy="295523"/>
      </dsp:txXfrm>
    </dsp:sp>
    <dsp:sp modelId="{605FC6C4-6570-441B-A813-DE997A35AFA4}">
      <dsp:nvSpPr>
        <dsp:cNvPr id="0" name=""/>
        <dsp:cNvSpPr/>
      </dsp:nvSpPr>
      <dsp:spPr>
        <a:xfrm>
          <a:off x="221" y="1980124"/>
          <a:ext cx="1970156" cy="931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isAlreadyValidated(): Ensures no duplicate validations.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sendValidationTask(): Assigns tasks only to available workers.</a:t>
          </a:r>
        </a:p>
      </dsp:txBody>
      <dsp:txXfrm>
        <a:off x="221" y="1980124"/>
        <a:ext cx="1970156" cy="931300"/>
      </dsp:txXfrm>
    </dsp:sp>
    <dsp:sp modelId="{2E50A8BD-07C1-4E04-A4A8-78D05C680EE1}">
      <dsp:nvSpPr>
        <dsp:cNvPr id="0" name=""/>
        <dsp:cNvSpPr/>
      </dsp:nvSpPr>
      <dsp:spPr>
        <a:xfrm>
          <a:off x="2315155" y="866196"/>
          <a:ext cx="689554" cy="68955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226E92-ED99-475D-997C-72B10606146B}">
      <dsp:nvSpPr>
        <dsp:cNvPr id="0" name=""/>
        <dsp:cNvSpPr/>
      </dsp:nvSpPr>
      <dsp:spPr>
        <a:xfrm>
          <a:off x="2315155" y="1643696"/>
          <a:ext cx="1970156" cy="2955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DependencyWorker:</a:t>
          </a:r>
        </a:p>
      </dsp:txBody>
      <dsp:txXfrm>
        <a:off x="2315155" y="1643696"/>
        <a:ext cx="1970156" cy="295523"/>
      </dsp:txXfrm>
    </dsp:sp>
    <dsp:sp modelId="{BD295BC5-E5B8-4920-BE39-8FA0FF1086A3}">
      <dsp:nvSpPr>
        <dsp:cNvPr id="0" name=""/>
        <dsp:cNvSpPr/>
      </dsp:nvSpPr>
      <dsp:spPr>
        <a:xfrm>
          <a:off x="2315155" y="1980124"/>
          <a:ext cx="1970156" cy="931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Skips tasks if dependencies are already validated.</a:t>
          </a:r>
        </a:p>
      </dsp:txBody>
      <dsp:txXfrm>
        <a:off x="2315155" y="1980124"/>
        <a:ext cx="1970156" cy="931300"/>
      </dsp:txXfrm>
    </dsp:sp>
    <dsp:sp modelId="{785F314A-88AE-4DE4-B28A-4EF3920C72B9}">
      <dsp:nvSpPr>
        <dsp:cNvPr id="0" name=""/>
        <dsp:cNvSpPr/>
      </dsp:nvSpPr>
      <dsp:spPr>
        <a:xfrm>
          <a:off x="4630088" y="866196"/>
          <a:ext cx="689554" cy="68955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085190-49D3-4DCB-9FE9-DF42AB02519B}">
      <dsp:nvSpPr>
        <dsp:cNvPr id="0" name=""/>
        <dsp:cNvSpPr/>
      </dsp:nvSpPr>
      <dsp:spPr>
        <a:xfrm>
          <a:off x="4630088" y="1643696"/>
          <a:ext cx="1970156" cy="2955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InputReader:</a:t>
          </a:r>
        </a:p>
      </dsp:txBody>
      <dsp:txXfrm>
        <a:off x="4630088" y="1643696"/>
        <a:ext cx="1970156" cy="295523"/>
      </dsp:txXfrm>
    </dsp:sp>
    <dsp:sp modelId="{FC833460-F2CD-4FE0-98AE-FF1C0216D9E9}">
      <dsp:nvSpPr>
        <dsp:cNvPr id="0" name=""/>
        <dsp:cNvSpPr/>
      </dsp:nvSpPr>
      <dsp:spPr>
        <a:xfrm>
          <a:off x="4630088" y="1980124"/>
          <a:ext cx="1970156" cy="931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Splits data into multiple columns.</a:t>
          </a:r>
        </a:p>
      </dsp:txBody>
      <dsp:txXfrm>
        <a:off x="4630088" y="1980124"/>
        <a:ext cx="1970156" cy="931300"/>
      </dsp:txXfrm>
    </dsp:sp>
    <dsp:sp modelId="{6B87A62E-9E12-4C9A-90F6-2DED0DC04BFC}">
      <dsp:nvSpPr>
        <dsp:cNvPr id="0" name=""/>
        <dsp:cNvSpPr/>
      </dsp:nvSpPr>
      <dsp:spPr>
        <a:xfrm>
          <a:off x="6945022" y="866196"/>
          <a:ext cx="689554" cy="68955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8C9A44-3791-4D4F-B357-DF1D143D93F8}">
      <dsp:nvSpPr>
        <dsp:cNvPr id="0" name=""/>
        <dsp:cNvSpPr/>
      </dsp:nvSpPr>
      <dsp:spPr>
        <a:xfrm>
          <a:off x="6945022" y="1643696"/>
          <a:ext cx="1970156" cy="2955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ResultCollector:</a:t>
          </a:r>
        </a:p>
      </dsp:txBody>
      <dsp:txXfrm>
        <a:off x="6945022" y="1643696"/>
        <a:ext cx="1970156" cy="295523"/>
      </dsp:txXfrm>
    </dsp:sp>
    <dsp:sp modelId="{F077BC94-2C02-4A50-BE3A-02325DC2A7E1}">
      <dsp:nvSpPr>
        <dsp:cNvPr id="0" name=""/>
        <dsp:cNvSpPr/>
      </dsp:nvSpPr>
      <dsp:spPr>
        <a:xfrm>
          <a:off x="6945022" y="1980124"/>
          <a:ext cx="1970156" cy="931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Stores unique results in the output file.</a:t>
          </a:r>
        </a:p>
      </dsp:txBody>
      <dsp:txXfrm>
        <a:off x="6945022" y="1980124"/>
        <a:ext cx="1970156" cy="9313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043B4C-19FD-415E-A517-0A0999838138}">
      <dsp:nvSpPr>
        <dsp:cNvPr id="0" name=""/>
        <dsp:cNvSpPr/>
      </dsp:nvSpPr>
      <dsp:spPr>
        <a:xfrm>
          <a:off x="6534" y="914109"/>
          <a:ext cx="937617" cy="9376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B8CA40-BB99-415B-A2FE-24DDE0AF72D5}">
      <dsp:nvSpPr>
        <dsp:cNvPr id="0" name=""/>
        <dsp:cNvSpPr/>
      </dsp:nvSpPr>
      <dsp:spPr>
        <a:xfrm>
          <a:off x="6534" y="1930232"/>
          <a:ext cx="2678906" cy="401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Mechanism to adjust batch size:</a:t>
          </a:r>
        </a:p>
      </dsp:txBody>
      <dsp:txXfrm>
        <a:off x="6534" y="1930232"/>
        <a:ext cx="2678906" cy="401835"/>
      </dsp:txXfrm>
    </dsp:sp>
    <dsp:sp modelId="{C0C51523-61FB-4AB3-AC85-AC84B649ABCA}">
      <dsp:nvSpPr>
        <dsp:cNvPr id="0" name=""/>
        <dsp:cNvSpPr/>
      </dsp:nvSpPr>
      <dsp:spPr>
        <a:xfrm>
          <a:off x="6534" y="2368583"/>
          <a:ext cx="2678906" cy="371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Increase size for fast tasks.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Decrease size for slow tasks.</a:t>
          </a:r>
        </a:p>
      </dsp:txBody>
      <dsp:txXfrm>
        <a:off x="6534" y="2368583"/>
        <a:ext cx="2678906" cy="371248"/>
      </dsp:txXfrm>
    </dsp:sp>
    <dsp:sp modelId="{5E5EC991-C4F7-410A-98AA-F2C0C9516D8D}">
      <dsp:nvSpPr>
        <dsp:cNvPr id="0" name=""/>
        <dsp:cNvSpPr/>
      </dsp:nvSpPr>
      <dsp:spPr>
        <a:xfrm>
          <a:off x="3154248" y="914109"/>
          <a:ext cx="937617" cy="9376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7F5406-E1CF-464C-A1AE-6E7BD02049A9}">
      <dsp:nvSpPr>
        <dsp:cNvPr id="0" name=""/>
        <dsp:cNvSpPr/>
      </dsp:nvSpPr>
      <dsp:spPr>
        <a:xfrm>
          <a:off x="3154248" y="1930232"/>
          <a:ext cx="2678906" cy="401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Benefits:</a:t>
          </a:r>
        </a:p>
      </dsp:txBody>
      <dsp:txXfrm>
        <a:off x="3154248" y="1930232"/>
        <a:ext cx="2678906" cy="401835"/>
      </dsp:txXfrm>
    </dsp:sp>
    <dsp:sp modelId="{0F8AECDB-E824-40A5-B944-F76780E8EF51}">
      <dsp:nvSpPr>
        <dsp:cNvPr id="0" name=""/>
        <dsp:cNvSpPr/>
      </dsp:nvSpPr>
      <dsp:spPr>
        <a:xfrm>
          <a:off x="3154248" y="2368583"/>
          <a:ext cx="2678906" cy="371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Improved throughput.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Balanced workload distribution.</a:t>
          </a:r>
        </a:p>
      </dsp:txBody>
      <dsp:txXfrm>
        <a:off x="3154248" y="2368583"/>
        <a:ext cx="2678906" cy="371248"/>
      </dsp:txXfrm>
    </dsp:sp>
    <dsp:sp modelId="{3A6148B5-3C6B-4117-B526-62D5FA8A9981}">
      <dsp:nvSpPr>
        <dsp:cNvPr id="0" name=""/>
        <dsp:cNvSpPr/>
      </dsp:nvSpPr>
      <dsp:spPr>
        <a:xfrm>
          <a:off x="6301963" y="914109"/>
          <a:ext cx="937617" cy="93761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FD9D6E-1008-4135-B3E9-82996248AE3B}">
      <dsp:nvSpPr>
        <dsp:cNvPr id="0" name=""/>
        <dsp:cNvSpPr/>
      </dsp:nvSpPr>
      <dsp:spPr>
        <a:xfrm>
          <a:off x="6301963" y="1930232"/>
          <a:ext cx="2678906" cy="401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Code Reference:</a:t>
          </a:r>
        </a:p>
      </dsp:txBody>
      <dsp:txXfrm>
        <a:off x="6301963" y="1930232"/>
        <a:ext cx="2678906" cy="401835"/>
      </dsp:txXfrm>
    </dsp:sp>
    <dsp:sp modelId="{690CCD62-ECC9-468C-8261-997D3C11169A}">
      <dsp:nvSpPr>
        <dsp:cNvPr id="0" name=""/>
        <dsp:cNvSpPr/>
      </dsp:nvSpPr>
      <dsp:spPr>
        <a:xfrm>
          <a:off x="6301963" y="2368583"/>
          <a:ext cx="2678906" cy="371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adjustBatchSize() in DependencyMiner.</a:t>
          </a:r>
        </a:p>
      </dsp:txBody>
      <dsp:txXfrm>
        <a:off x="6301963" y="2368583"/>
        <a:ext cx="2678906" cy="37124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218A90-687D-4E6A-8E22-24C49075D363}">
      <dsp:nvSpPr>
        <dsp:cNvPr id="0" name=""/>
        <dsp:cNvSpPr/>
      </dsp:nvSpPr>
      <dsp:spPr>
        <a:xfrm>
          <a:off x="580951" y="409470"/>
          <a:ext cx="1612687" cy="161268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701D3F-C033-445A-B074-4A06A405B61A}">
      <dsp:nvSpPr>
        <dsp:cNvPr id="0" name=""/>
        <dsp:cNvSpPr/>
      </dsp:nvSpPr>
      <dsp:spPr>
        <a:xfrm>
          <a:off x="924639" y="753158"/>
          <a:ext cx="925312" cy="9253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4CD9F5-5B5B-4661-A1F0-472B1CF8C265}">
      <dsp:nvSpPr>
        <dsp:cNvPr id="0" name=""/>
        <dsp:cNvSpPr/>
      </dsp:nvSpPr>
      <dsp:spPr>
        <a:xfrm>
          <a:off x="65420" y="2524470"/>
          <a:ext cx="264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Redundant task elimination.</a:t>
          </a:r>
        </a:p>
      </dsp:txBody>
      <dsp:txXfrm>
        <a:off x="65420" y="2524470"/>
        <a:ext cx="2643750" cy="720000"/>
      </dsp:txXfrm>
    </dsp:sp>
    <dsp:sp modelId="{156BECD2-F112-4EF9-B964-D52410060687}">
      <dsp:nvSpPr>
        <dsp:cNvPr id="0" name=""/>
        <dsp:cNvSpPr/>
      </dsp:nvSpPr>
      <dsp:spPr>
        <a:xfrm>
          <a:off x="3687358" y="409470"/>
          <a:ext cx="1612687" cy="161268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9EDA13-9539-431D-89BF-C19222D65CD2}">
      <dsp:nvSpPr>
        <dsp:cNvPr id="0" name=""/>
        <dsp:cNvSpPr/>
      </dsp:nvSpPr>
      <dsp:spPr>
        <a:xfrm>
          <a:off x="4031045" y="753158"/>
          <a:ext cx="925312" cy="9253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27EFF1-1A58-442F-B84A-71591F172A77}">
      <dsp:nvSpPr>
        <dsp:cNvPr id="0" name=""/>
        <dsp:cNvSpPr/>
      </dsp:nvSpPr>
      <dsp:spPr>
        <a:xfrm>
          <a:off x="3171827" y="2524470"/>
          <a:ext cx="264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Dynamic worker-task load balancing.</a:t>
          </a:r>
        </a:p>
      </dsp:txBody>
      <dsp:txXfrm>
        <a:off x="3171827" y="2524470"/>
        <a:ext cx="2643750" cy="720000"/>
      </dsp:txXfrm>
    </dsp:sp>
    <dsp:sp modelId="{1621ADDF-A2A7-48D0-A233-623FCF421BE3}">
      <dsp:nvSpPr>
        <dsp:cNvPr id="0" name=""/>
        <dsp:cNvSpPr/>
      </dsp:nvSpPr>
      <dsp:spPr>
        <a:xfrm>
          <a:off x="6793764" y="409470"/>
          <a:ext cx="1612687" cy="161268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E08977-7589-47D0-8BE8-30722769F6D3}">
      <dsp:nvSpPr>
        <dsp:cNvPr id="0" name=""/>
        <dsp:cNvSpPr/>
      </dsp:nvSpPr>
      <dsp:spPr>
        <a:xfrm>
          <a:off x="7137452" y="753158"/>
          <a:ext cx="925312" cy="9253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E476CC-199E-4494-9C5C-D0C04A26DC89}">
      <dsp:nvSpPr>
        <dsp:cNvPr id="0" name=""/>
        <dsp:cNvSpPr/>
      </dsp:nvSpPr>
      <dsp:spPr>
        <a:xfrm>
          <a:off x="6278233" y="2524470"/>
          <a:ext cx="264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Efficient resource utilization through graceful shutdown.</a:t>
          </a:r>
        </a:p>
      </dsp:txBody>
      <dsp:txXfrm>
        <a:off x="6278233" y="2524470"/>
        <a:ext cx="264375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8B348B-07BB-489A-A46F-31EF3C25B184}">
      <dsp:nvSpPr>
        <dsp:cNvPr id="0" name=""/>
        <dsp:cNvSpPr/>
      </dsp:nvSpPr>
      <dsp:spPr>
        <a:xfrm>
          <a:off x="2858" y="331608"/>
          <a:ext cx="1433742" cy="143374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6D264B-0E75-4917-96EE-DEF52CF58EB6}">
      <dsp:nvSpPr>
        <dsp:cNvPr id="0" name=""/>
        <dsp:cNvSpPr/>
      </dsp:nvSpPr>
      <dsp:spPr>
        <a:xfrm>
          <a:off x="2858" y="1899270"/>
          <a:ext cx="4096406" cy="614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/>
            <a:t>Efficient and scalable system for large-scale IND detection.</a:t>
          </a:r>
        </a:p>
      </dsp:txBody>
      <dsp:txXfrm>
        <a:off x="2858" y="1899270"/>
        <a:ext cx="4096406" cy="614460"/>
      </dsp:txXfrm>
    </dsp:sp>
    <dsp:sp modelId="{15C2A99E-E3EF-4A0A-959F-CFBEEA4FB2F2}">
      <dsp:nvSpPr>
        <dsp:cNvPr id="0" name=""/>
        <dsp:cNvSpPr/>
      </dsp:nvSpPr>
      <dsp:spPr>
        <a:xfrm>
          <a:off x="2858" y="2576019"/>
          <a:ext cx="4096406" cy="8699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C62E53-1082-4AE6-B726-F017FF548AA2}">
      <dsp:nvSpPr>
        <dsp:cNvPr id="0" name=""/>
        <dsp:cNvSpPr/>
      </dsp:nvSpPr>
      <dsp:spPr>
        <a:xfrm>
          <a:off x="4816135" y="331608"/>
          <a:ext cx="1433742" cy="143374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6170B8-9706-47F5-9F96-28303A27C277}">
      <dsp:nvSpPr>
        <dsp:cNvPr id="0" name=""/>
        <dsp:cNvSpPr/>
      </dsp:nvSpPr>
      <dsp:spPr>
        <a:xfrm>
          <a:off x="4816135" y="1899270"/>
          <a:ext cx="4096406" cy="614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/>
            <a:t>Key achievements:</a:t>
          </a:r>
        </a:p>
      </dsp:txBody>
      <dsp:txXfrm>
        <a:off x="4816135" y="1899270"/>
        <a:ext cx="4096406" cy="614460"/>
      </dsp:txXfrm>
    </dsp:sp>
    <dsp:sp modelId="{B63455D7-6FA6-4CE8-96D2-8B02C8B796B9}">
      <dsp:nvSpPr>
        <dsp:cNvPr id="0" name=""/>
        <dsp:cNvSpPr/>
      </dsp:nvSpPr>
      <dsp:spPr>
        <a:xfrm>
          <a:off x="4816135" y="2576019"/>
          <a:ext cx="4096406" cy="8699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Avoided redundant computations.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Optimized resource utilization.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Enhanced system scalability.</a:t>
          </a:r>
        </a:p>
      </dsp:txBody>
      <dsp:txXfrm>
        <a:off x="4816135" y="2576019"/>
        <a:ext cx="4096406" cy="8699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17B1B-A0DE-4638-BA4B-214EA420536B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73659F7-9038-4671-9262-97420E7AF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930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17B1B-A0DE-4638-BA4B-214EA420536B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659F7-9038-4671-9262-97420E7AF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2278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17B1B-A0DE-4638-BA4B-214EA420536B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73659F7-9038-4671-9262-97420E7AF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456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17B1B-A0DE-4638-BA4B-214EA420536B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73659F7-9038-4671-9262-97420E7AF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925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17B1B-A0DE-4638-BA4B-214EA420536B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73659F7-9038-4671-9262-97420E7AF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971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17B1B-A0DE-4638-BA4B-214EA420536B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659F7-9038-4671-9262-97420E7AF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162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17B1B-A0DE-4638-BA4B-214EA420536B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659F7-9038-4671-9262-97420E7AF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193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17B1B-A0DE-4638-BA4B-214EA420536B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659F7-9038-4671-9262-97420E7AF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0168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17B1B-A0DE-4638-BA4B-214EA420536B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73659F7-9038-4671-9262-97420E7AF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478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17B1B-A0DE-4638-BA4B-214EA420536B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73659F7-9038-4671-9262-97420E7AF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375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17B1B-A0DE-4638-BA4B-214EA420536B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73659F7-9038-4671-9262-97420E7AFD53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90329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17B1B-A0DE-4638-BA4B-214EA420536B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73659F7-9038-4671-9262-97420E7AF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25138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17B1B-A0DE-4638-BA4B-214EA420536B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73659F7-9038-4671-9262-97420E7AFD53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017181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17B1B-A0DE-4638-BA4B-214EA420536B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73659F7-9038-4671-9262-97420E7AF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8501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17B1B-A0DE-4638-BA4B-214EA420536B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659F7-9038-4671-9262-97420E7AF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4335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17B1B-A0DE-4638-BA4B-214EA420536B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659F7-9038-4671-9262-97420E7AF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136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17B1B-A0DE-4638-BA4B-214EA420536B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73659F7-9038-4671-9262-97420E7AF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862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46AB6-FF40-731F-996A-0BB4DCACF6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  <a:cs typeface="Aldhabi" panose="020F0502020204030204" pitchFamily="2" charset="-78"/>
              </a:rPr>
              <a:t>Team Data Dominators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81DEF2-2EB1-B754-AB21-0614F4BF91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200" dirty="0">
                <a:latin typeface="Aptos SemiBold" panose="020F0502020204030204" pitchFamily="34" charset="0"/>
              </a:rPr>
              <a:t>Kumar Aditya &amp; Harneet Singh Channa</a:t>
            </a:r>
          </a:p>
        </p:txBody>
      </p:sp>
    </p:spTree>
    <p:extLst>
      <p:ext uri="{BB962C8B-B14F-4D97-AF65-F5344CB8AC3E}">
        <p14:creationId xmlns:p14="http://schemas.microsoft.com/office/powerpoint/2010/main" val="856626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966DD2F-FBF5-41CE-A3F4-565352D95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C63ABF-77FC-E323-0C48-F5908472C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en-IN" b="1" dirty="0">
                <a:latin typeface="Bell MT" panose="02020503060305020303" pitchFamily="18" charset="0"/>
              </a:rPr>
              <a:t>Problem Statement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6FCE2B-F2D2-466E-B0AA-8E341DB498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2BD31C98-199A-4722-A1A5-4393A43E7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EA84552-309F-E958-CFB4-7073644B1E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3645350"/>
              </p:ext>
            </p:extLst>
          </p:nvPr>
        </p:nvGraphicFramePr>
        <p:xfrm>
          <a:off x="1794897" y="2222983"/>
          <a:ext cx="8987404" cy="3653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37871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7BA02-BC42-6732-60D1-7725B598A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93413"/>
          </a:xfrm>
        </p:spPr>
        <p:txBody>
          <a:bodyPr/>
          <a:lstStyle/>
          <a:p>
            <a:r>
              <a:rPr lang="en-IN" b="1">
                <a:latin typeface="Bell MT" panose="02020503060305020303" pitchFamily="18" charset="0"/>
              </a:rPr>
              <a:t>Solution Overview</a:t>
            </a:r>
            <a:endParaRPr lang="en-IN" b="1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708CB-8BDC-35F4-CFDC-0D2D59E7C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540189"/>
            <a:ext cx="8915400" cy="3777622"/>
          </a:xfrm>
        </p:spPr>
        <p:txBody>
          <a:bodyPr/>
          <a:lstStyle/>
          <a:p>
            <a:r>
              <a:rPr lang="en-US" dirty="0"/>
              <a:t>Actor-based system with distributed processing.</a:t>
            </a:r>
          </a:p>
          <a:p>
            <a:r>
              <a:rPr lang="en-IN" dirty="0"/>
              <a:t>Four main components: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b="1" dirty="0"/>
              <a:t>DependencyMiner (Master):</a:t>
            </a:r>
            <a:r>
              <a:rPr lang="en-US" dirty="0"/>
              <a:t> Orchestrates tasks and manages workers.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 dirty="0"/>
              <a:t>DependencyWorker (Worker):</a:t>
            </a:r>
            <a:r>
              <a:rPr lang="en-US" dirty="0"/>
              <a:t> Validates IND tasks.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 dirty="0"/>
              <a:t>InputReader:</a:t>
            </a:r>
            <a:r>
              <a:rPr lang="en-US" dirty="0"/>
              <a:t> Reads and preprocesses data from files.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 dirty="0"/>
              <a:t>ResultCollector:</a:t>
            </a:r>
            <a:r>
              <a:rPr lang="en-US" dirty="0"/>
              <a:t> Aggregates and stores results.</a:t>
            </a:r>
            <a:endParaRPr lang="en-IN" dirty="0"/>
          </a:p>
          <a:p>
            <a:r>
              <a:rPr lang="en-IN" dirty="0"/>
              <a:t>Built-in optimization:</a:t>
            </a:r>
          </a:p>
          <a:p>
            <a:pPr lvl="1"/>
            <a:r>
              <a:rPr lang="en-IN" dirty="0"/>
              <a:t>Skipping already validated tasks.</a:t>
            </a:r>
          </a:p>
          <a:p>
            <a:pPr lvl="1"/>
            <a:r>
              <a:rPr lang="en-US" dirty="0"/>
              <a:t>Dynamic batch size adjustment based on task performance.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3642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402C30-003A-4E75-3041-D7DDD01F1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966DD2F-FBF5-41CE-A3F4-565352D95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6E9775-30B3-440E-4591-D7A947FAC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en-IN" b="1">
                <a:latin typeface="Bell MT" panose="02020503060305020303" pitchFamily="18" charset="0"/>
              </a:rPr>
              <a:t>Workflow Overview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6FCE2B-F2D2-466E-B0AA-8E341DB498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Freeform 11">
            <a:extLst>
              <a:ext uri="{FF2B5EF4-FFF2-40B4-BE49-F238E27FC236}">
                <a16:creationId xmlns:a16="http://schemas.microsoft.com/office/drawing/2014/main" id="{2BD31C98-199A-4722-A1A5-4393A43E7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38516BD-81FF-678A-4587-9397633F33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2811048"/>
              </p:ext>
            </p:extLst>
          </p:nvPr>
        </p:nvGraphicFramePr>
        <p:xfrm>
          <a:off x="1794897" y="2222983"/>
          <a:ext cx="8987404" cy="3653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7543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B6893C-098B-57C6-5EB6-EC3E83155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7398C59F-5A18-487B-91D6-B955AACF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557FAFE-C7C3-47EC-A4F5-9B2166319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95BC28FB-3882-4674-9D79-EA58BEB7C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9C6EC892-83F9-402F-8552-0AD7C0556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18387766-037C-4EF0-8471-D19CBF2A4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E364F38-6F3A-476A-93E6-962EA817C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35C335A4-1E67-4293-8BE2-DFB085D4F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9A8A0F10-2C98-4297-9F92-5D9553392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C3B112A3-006E-4008-A778-DB5F6A09D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E5E62767-5C25-4C49-9568-432433A3C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598EC006-77B1-42BA-B815-66CCB9B170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A144ED09-DA06-491D-95A8-AB3DED432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1CB00BD2-11CD-4A38-8F38-02B0D1105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20234FB-542E-4550-9C2F-1B56FD41A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5" name="Freeform 27">
              <a:extLst>
                <a:ext uri="{FF2B5EF4-FFF2-40B4-BE49-F238E27FC236}">
                  <a16:creationId xmlns:a16="http://schemas.microsoft.com/office/drawing/2014/main" id="{41FCE1F3-DEB3-47CD-90FF-7DABB4AF4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28">
              <a:extLst>
                <a:ext uri="{FF2B5EF4-FFF2-40B4-BE49-F238E27FC236}">
                  <a16:creationId xmlns:a16="http://schemas.microsoft.com/office/drawing/2014/main" id="{5708E488-C19B-452C-B197-6F1C34F6E7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29">
              <a:extLst>
                <a:ext uri="{FF2B5EF4-FFF2-40B4-BE49-F238E27FC236}">
                  <a16:creationId xmlns:a16="http://schemas.microsoft.com/office/drawing/2014/main" id="{89D3FD25-890E-4981-A71D-EE796873D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30">
              <a:extLst>
                <a:ext uri="{FF2B5EF4-FFF2-40B4-BE49-F238E27FC236}">
                  <a16:creationId xmlns:a16="http://schemas.microsoft.com/office/drawing/2014/main" id="{51B5414C-556A-47CB-8EE2-974A85A7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31">
              <a:extLst>
                <a:ext uri="{FF2B5EF4-FFF2-40B4-BE49-F238E27FC236}">
                  <a16:creationId xmlns:a16="http://schemas.microsoft.com/office/drawing/2014/main" id="{1C02B20C-2B27-4B75-8AEE-A5D2E2674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32">
              <a:extLst>
                <a:ext uri="{FF2B5EF4-FFF2-40B4-BE49-F238E27FC236}">
                  <a16:creationId xmlns:a16="http://schemas.microsoft.com/office/drawing/2014/main" id="{54427714-F9AA-4F93-BD1D-400F1EA93F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33">
              <a:extLst>
                <a:ext uri="{FF2B5EF4-FFF2-40B4-BE49-F238E27FC236}">
                  <a16:creationId xmlns:a16="http://schemas.microsoft.com/office/drawing/2014/main" id="{28A77D6A-9E81-497F-ABCC-2695BB5AD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34">
              <a:extLst>
                <a:ext uri="{FF2B5EF4-FFF2-40B4-BE49-F238E27FC236}">
                  <a16:creationId xmlns:a16="http://schemas.microsoft.com/office/drawing/2014/main" id="{2A1533BA-1478-4F7C-8E24-3F3E90505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35">
              <a:extLst>
                <a:ext uri="{FF2B5EF4-FFF2-40B4-BE49-F238E27FC236}">
                  <a16:creationId xmlns:a16="http://schemas.microsoft.com/office/drawing/2014/main" id="{39686201-E633-40FD-A80A-1E28AD52E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76A215C2-F590-4938-810B-F8A79366C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37">
              <a:extLst>
                <a:ext uri="{FF2B5EF4-FFF2-40B4-BE49-F238E27FC236}">
                  <a16:creationId xmlns:a16="http://schemas.microsoft.com/office/drawing/2014/main" id="{85F418E7-330D-4002-8EC8-33C1A897F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38">
              <a:extLst>
                <a:ext uri="{FF2B5EF4-FFF2-40B4-BE49-F238E27FC236}">
                  <a16:creationId xmlns:a16="http://schemas.microsoft.com/office/drawing/2014/main" id="{8FFE669A-54C9-4436-9566-C5A90F16D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DE91395A-2D18-4AF6-A0AC-AAA7189FE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0" name="Freeform 6">
            <a:extLst>
              <a:ext uri="{FF2B5EF4-FFF2-40B4-BE49-F238E27FC236}">
                <a16:creationId xmlns:a16="http://schemas.microsoft.com/office/drawing/2014/main" id="{7BD08880-457D-4C62-A3B5-6A9B0878C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FA94DED7-0A28-4AD9-8747-E94113225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6F175609-91A3-416E-BC3D-7548FDE029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A3B0D54-9DF0-4FF8-A0AA-B4234DF35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4639734" cy="6858000"/>
          </a:xfrm>
          <a:prstGeom prst="rect">
            <a:avLst/>
          </a:prstGeom>
          <a:solidFill>
            <a:srgbClr val="26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3B72DD-52D3-18A3-A105-93C1D5CBA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79" y="1795849"/>
            <a:ext cx="3778870" cy="311481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 dirty="0">
                <a:solidFill>
                  <a:srgbClr val="FEFFFF"/>
                </a:solidFill>
              </a:rPr>
              <a:t>Workflow Diagram</a:t>
            </a:r>
          </a:p>
        </p:txBody>
      </p:sp>
      <p:pic>
        <p:nvPicPr>
          <p:cNvPr id="5" name="Picture 4" descr="A diagram of a process of processing&#10;&#10;Description automatically generated with medium confidence">
            <a:extLst>
              <a:ext uri="{FF2B5EF4-FFF2-40B4-BE49-F238E27FC236}">
                <a16:creationId xmlns:a16="http://schemas.microsoft.com/office/drawing/2014/main" id="{5A04D051-6FA6-87C5-DAE8-4270F928B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9195"/>
          <a:stretch/>
        </p:blipFill>
        <p:spPr>
          <a:xfrm>
            <a:off x="4639732" y="9"/>
            <a:ext cx="7564738" cy="6869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24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0B14DF-A6CB-27BF-DC8C-0CC751A69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966DD2F-FBF5-41CE-A3F4-565352D95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D276D0-245C-7EB3-748D-236D5B6AB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en-IN" b="1" dirty="0">
                <a:latin typeface="Bell MT" panose="02020503060305020303" pitchFamily="18" charset="0"/>
              </a:rPr>
              <a:t>Key Features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6FCE2B-F2D2-466E-B0AA-8E341DB498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2BD31C98-199A-4722-A1A5-4393A43E7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931204D-FAD7-8036-1953-9FBC02BC08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1318673"/>
              </p:ext>
            </p:extLst>
          </p:nvPr>
        </p:nvGraphicFramePr>
        <p:xfrm>
          <a:off x="1794897" y="2222983"/>
          <a:ext cx="8987404" cy="3653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1961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30228-C21E-1499-41CE-947EE17F5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BDCA0-4943-65E1-BDC3-0AF8D596E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93413"/>
          </a:xfrm>
        </p:spPr>
        <p:txBody>
          <a:bodyPr/>
          <a:lstStyle/>
          <a:p>
            <a:r>
              <a:rPr lang="en-IN" b="1" dirty="0">
                <a:latin typeface="Bell MT" panose="02020503060305020303" pitchFamily="18" charset="0"/>
              </a:rPr>
              <a:t>Code Implementation Highlights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C198523-7945-ADA4-5F9B-AF7A1697F94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592925" y="1540189"/>
          <a:ext cx="8915400" cy="3777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74331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AC5BA3-81A6-5BB5-9190-FD936BED4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75CD74B-9CE8-4F20-A3E4-A22A7F0360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E4CF19-FD5A-9B9E-12AD-4949B09C2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en-IN" b="1" dirty="0">
                <a:latin typeface="Bell MT" panose="02020503060305020303" pitchFamily="18" charset="0"/>
              </a:rPr>
              <a:t>Dynamic Batch Size Adjustment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C44665-BECF-4482-A00C-E4BE2A87D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20398C1D-D011-4BA8-AC81-E829677B8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CFC278F-DF85-5762-F27E-5FFFC46109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4957295"/>
              </p:ext>
            </p:extLst>
          </p:nvPr>
        </p:nvGraphicFramePr>
        <p:xfrm>
          <a:off x="1794897" y="2222983"/>
          <a:ext cx="8987404" cy="3653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7790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CD5C88-D380-2081-A0D7-CD013315F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966DD2F-FBF5-41CE-A3F4-565352D95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B2A68E-4156-A527-E715-D2DFE9FC3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en-IN" b="1" dirty="0">
                <a:latin typeface="Bell MT" panose="02020503060305020303" pitchFamily="18" charset="0"/>
              </a:rPr>
              <a:t>Optimization Strategies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6FCE2B-F2D2-466E-B0AA-8E341DB498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2BD31C98-199A-4722-A1A5-4393A43E7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CD79278-D0A7-5193-3D0B-2FFB257476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4331860"/>
              </p:ext>
            </p:extLst>
          </p:nvPr>
        </p:nvGraphicFramePr>
        <p:xfrm>
          <a:off x="1794897" y="2222983"/>
          <a:ext cx="8987404" cy="3653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36469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BB667-8D6B-D8B8-8602-B55F98919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898E3-E529-E40D-A169-D9654062D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93413"/>
          </a:xfrm>
        </p:spPr>
        <p:txBody>
          <a:bodyPr/>
          <a:lstStyle/>
          <a:p>
            <a:r>
              <a:rPr lang="en-IN" b="1" dirty="0">
                <a:latin typeface="Bell MT" panose="02020503060305020303" pitchFamily="18" charset="0"/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C4655BF-4390-016D-C0E6-CFB0F2C82F8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592925" y="1540189"/>
          <a:ext cx="8915400" cy="3777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2305667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29</TotalTime>
  <Words>362</Words>
  <Application>Microsoft Office PowerPoint</Application>
  <PresentationFormat>Widescreen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Algerian</vt:lpstr>
      <vt:lpstr>Aptos SemiBold</vt:lpstr>
      <vt:lpstr>Arial</vt:lpstr>
      <vt:lpstr>Bell MT</vt:lpstr>
      <vt:lpstr>Century Gothic</vt:lpstr>
      <vt:lpstr>Wingdings 3</vt:lpstr>
      <vt:lpstr>Wisp</vt:lpstr>
      <vt:lpstr>Team Data Dominators</vt:lpstr>
      <vt:lpstr>Problem Statement</vt:lpstr>
      <vt:lpstr>Solution Overview</vt:lpstr>
      <vt:lpstr>Workflow Overview</vt:lpstr>
      <vt:lpstr>Workflow Diagram</vt:lpstr>
      <vt:lpstr>Key Features</vt:lpstr>
      <vt:lpstr>Code Implementation Highlights</vt:lpstr>
      <vt:lpstr>Dynamic Batch Size Adjustment</vt:lpstr>
      <vt:lpstr>Optimization Strategies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Kumar Aditya</dc:creator>
  <cp:lastModifiedBy>Kumar Aditya</cp:lastModifiedBy>
  <cp:revision>3</cp:revision>
  <dcterms:created xsi:type="dcterms:W3CDTF">2025-01-02T19:37:44Z</dcterms:created>
  <dcterms:modified xsi:type="dcterms:W3CDTF">2025-01-02T20:21:06Z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2025-01-02T19:51:12Z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5ef8323b-e31f-4361-ae01-05e58287d61e</vt:lpwstr>
  </property>
  <property fmtid="{D5CDD505-2E9C-101B-9397-08002B2CF9AE}" pid="7" name="MSIP_Label_defa4170-0d19-0005-0004-bc88714345d2_ActionId">
    <vt:lpwstr>c9232fd4-980c-480d-bc68-fa58913f1e38</vt:lpwstr>
  </property>
  <property fmtid="{D5CDD505-2E9C-101B-9397-08002B2CF9AE}" pid="8" name="MSIP_Label_defa4170-0d19-0005-0004-bc88714345d2_ContentBits">
    <vt:lpwstr>0</vt:lpwstr>
  </property>
</Properties>
</file>